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10"/>
  </p:notesMasterIdLst>
  <p:sldIdLst>
    <p:sldId id="256" r:id="rId2"/>
    <p:sldId id="275" r:id="rId3"/>
    <p:sldId id="263" r:id="rId4"/>
    <p:sldId id="268" r:id="rId5"/>
    <p:sldId id="276" r:id="rId6"/>
    <p:sldId id="277" r:id="rId7"/>
    <p:sldId id="278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6664D-F7F5-4B3C-ABA3-918E7BE8331F}" v="8" dt="2026-06-01T20:18:08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731" autoAdjust="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QIAO CHI" userId="959379fb-8566-4cbe-98b5-03c8005ac9a2" providerId="ADAL" clId="{90F23A15-D5CD-48B7-9D7A-DEC11EED0216}"/>
    <pc:docChg chg="undo custSel addSld delSld modSld sldOrd">
      <pc:chgData name="YAQIAO CHI" userId="959379fb-8566-4cbe-98b5-03c8005ac9a2" providerId="ADAL" clId="{90F23A15-D5CD-48B7-9D7A-DEC11EED0216}" dt="2026-06-01T20:22:18.467" v="1678" actId="255"/>
      <pc:docMkLst>
        <pc:docMk/>
      </pc:docMkLst>
      <pc:sldChg chg="modSp mod">
        <pc:chgData name="YAQIAO CHI" userId="959379fb-8566-4cbe-98b5-03c8005ac9a2" providerId="ADAL" clId="{90F23A15-D5CD-48B7-9D7A-DEC11EED0216}" dt="2026-06-01T11:40:23.197" v="15" actId="20577"/>
        <pc:sldMkLst>
          <pc:docMk/>
          <pc:sldMk cId="2587805022" sldId="256"/>
        </pc:sldMkLst>
        <pc:spChg chg="mod">
          <ac:chgData name="YAQIAO CHI" userId="959379fb-8566-4cbe-98b5-03c8005ac9a2" providerId="ADAL" clId="{90F23A15-D5CD-48B7-9D7A-DEC11EED0216}" dt="2026-06-01T11:40:23.197" v="15" actId="20577"/>
          <ac:spMkLst>
            <pc:docMk/>
            <pc:sldMk cId="2587805022" sldId="256"/>
            <ac:spMk id="3" creationId="{A592CEB3-446D-D770-1D4E-FA1FC3636278}"/>
          </ac:spMkLst>
        </pc:spChg>
      </pc:sldChg>
      <pc:sldChg chg="del">
        <pc:chgData name="YAQIAO CHI" userId="959379fb-8566-4cbe-98b5-03c8005ac9a2" providerId="ADAL" clId="{90F23A15-D5CD-48B7-9D7A-DEC11EED0216}" dt="2026-06-01T19:43:00.063" v="21" actId="2696"/>
        <pc:sldMkLst>
          <pc:docMk/>
          <pc:sldMk cId="2995347733" sldId="261"/>
        </pc:sldMkLst>
      </pc:sldChg>
      <pc:sldChg chg="addSp modSp mod">
        <pc:chgData name="YAQIAO CHI" userId="959379fb-8566-4cbe-98b5-03c8005ac9a2" providerId="ADAL" clId="{90F23A15-D5CD-48B7-9D7A-DEC11EED0216}" dt="2026-06-01T19:56:20.406" v="646" actId="1076"/>
        <pc:sldMkLst>
          <pc:docMk/>
          <pc:sldMk cId="1343419693" sldId="263"/>
        </pc:sldMkLst>
        <pc:spChg chg="mod">
          <ac:chgData name="YAQIAO CHI" userId="959379fb-8566-4cbe-98b5-03c8005ac9a2" providerId="ADAL" clId="{90F23A15-D5CD-48B7-9D7A-DEC11EED0216}" dt="2026-06-01T19:54:20.654" v="614" actId="1076"/>
          <ac:spMkLst>
            <pc:docMk/>
            <pc:sldMk cId="1343419693" sldId="263"/>
            <ac:spMk id="2" creationId="{2FD75603-6AAC-B6F4-6C48-B930FC947CE2}"/>
          </ac:spMkLst>
        </pc:spChg>
        <pc:spChg chg="mod">
          <ac:chgData name="YAQIAO CHI" userId="959379fb-8566-4cbe-98b5-03c8005ac9a2" providerId="ADAL" clId="{90F23A15-D5CD-48B7-9D7A-DEC11EED0216}" dt="2026-06-01T19:55:12.461" v="632" actId="113"/>
          <ac:spMkLst>
            <pc:docMk/>
            <pc:sldMk cId="1343419693" sldId="263"/>
            <ac:spMk id="3" creationId="{2C8E4D72-9DA0-EDE5-2774-5CB178D2BA7F}"/>
          </ac:spMkLst>
        </pc:spChg>
        <pc:picChg chg="add mod">
          <ac:chgData name="YAQIAO CHI" userId="959379fb-8566-4cbe-98b5-03c8005ac9a2" providerId="ADAL" clId="{90F23A15-D5CD-48B7-9D7A-DEC11EED0216}" dt="2026-06-01T19:56:17.280" v="644" actId="1076"/>
          <ac:picMkLst>
            <pc:docMk/>
            <pc:sldMk cId="1343419693" sldId="263"/>
            <ac:picMk id="8" creationId="{29554C5F-B914-1936-4B94-4E685ADE166B}"/>
          </ac:picMkLst>
        </pc:picChg>
        <pc:picChg chg="add mod">
          <ac:chgData name="YAQIAO CHI" userId="959379fb-8566-4cbe-98b5-03c8005ac9a2" providerId="ADAL" clId="{90F23A15-D5CD-48B7-9D7A-DEC11EED0216}" dt="2026-06-01T19:56:20.406" v="646" actId="1076"/>
          <ac:picMkLst>
            <pc:docMk/>
            <pc:sldMk cId="1343419693" sldId="263"/>
            <ac:picMk id="10" creationId="{9448AC7C-6EAF-2C7E-60B6-F798395526DC}"/>
          </ac:picMkLst>
        </pc:picChg>
      </pc:sldChg>
      <pc:sldChg chg="addSp modSp mod">
        <pc:chgData name="YAQIAO CHI" userId="959379fb-8566-4cbe-98b5-03c8005ac9a2" providerId="ADAL" clId="{90F23A15-D5CD-48B7-9D7A-DEC11EED0216}" dt="2026-06-01T20:00:54.454" v="759" actId="14100"/>
        <pc:sldMkLst>
          <pc:docMk/>
          <pc:sldMk cId="1285630881" sldId="268"/>
        </pc:sldMkLst>
        <pc:spChg chg="mod">
          <ac:chgData name="YAQIAO CHI" userId="959379fb-8566-4cbe-98b5-03c8005ac9a2" providerId="ADAL" clId="{90F23A15-D5CD-48B7-9D7A-DEC11EED0216}" dt="2026-06-01T19:57:20.770" v="680" actId="20577"/>
          <ac:spMkLst>
            <pc:docMk/>
            <pc:sldMk cId="1285630881" sldId="268"/>
            <ac:spMk id="2" creationId="{8E69238D-2D9E-3C38-3A69-579B28F0ABD7}"/>
          </ac:spMkLst>
        </pc:spChg>
        <pc:spChg chg="mod">
          <ac:chgData name="YAQIAO CHI" userId="959379fb-8566-4cbe-98b5-03c8005ac9a2" providerId="ADAL" clId="{90F23A15-D5CD-48B7-9D7A-DEC11EED0216}" dt="2026-06-01T20:00:30.008" v="754" actId="20577"/>
          <ac:spMkLst>
            <pc:docMk/>
            <pc:sldMk cId="1285630881" sldId="268"/>
            <ac:spMk id="3" creationId="{B714E9D9-8579-4E40-9FAF-1188D8A3465B}"/>
          </ac:spMkLst>
        </pc:spChg>
        <pc:picChg chg="add mod">
          <ac:chgData name="YAQIAO CHI" userId="959379fb-8566-4cbe-98b5-03c8005ac9a2" providerId="ADAL" clId="{90F23A15-D5CD-48B7-9D7A-DEC11EED0216}" dt="2026-06-01T20:00:54.454" v="759" actId="14100"/>
          <ac:picMkLst>
            <pc:docMk/>
            <pc:sldMk cId="1285630881" sldId="268"/>
            <ac:picMk id="8" creationId="{95462CA3-68DB-19BF-EEBA-7ABDF7E9BF0B}"/>
          </ac:picMkLst>
        </pc:picChg>
      </pc:sldChg>
      <pc:sldChg chg="del">
        <pc:chgData name="YAQIAO CHI" userId="959379fb-8566-4cbe-98b5-03c8005ac9a2" providerId="ADAL" clId="{90F23A15-D5CD-48B7-9D7A-DEC11EED0216}" dt="2026-06-01T19:42:36.622" v="16" actId="2696"/>
        <pc:sldMkLst>
          <pc:docMk/>
          <pc:sldMk cId="0" sldId="270"/>
        </pc:sldMkLst>
      </pc:sldChg>
      <pc:sldChg chg="del">
        <pc:chgData name="YAQIAO CHI" userId="959379fb-8566-4cbe-98b5-03c8005ac9a2" providerId="ADAL" clId="{90F23A15-D5CD-48B7-9D7A-DEC11EED0216}" dt="2026-06-01T19:42:52.223" v="17" actId="2696"/>
        <pc:sldMkLst>
          <pc:docMk/>
          <pc:sldMk cId="0" sldId="271"/>
        </pc:sldMkLst>
      </pc:sldChg>
      <pc:sldChg chg="del">
        <pc:chgData name="YAQIAO CHI" userId="959379fb-8566-4cbe-98b5-03c8005ac9a2" providerId="ADAL" clId="{90F23A15-D5CD-48B7-9D7A-DEC11EED0216}" dt="2026-06-01T19:42:54.750" v="18" actId="2696"/>
        <pc:sldMkLst>
          <pc:docMk/>
          <pc:sldMk cId="806934246" sldId="272"/>
        </pc:sldMkLst>
      </pc:sldChg>
      <pc:sldChg chg="del">
        <pc:chgData name="YAQIAO CHI" userId="959379fb-8566-4cbe-98b5-03c8005ac9a2" providerId="ADAL" clId="{90F23A15-D5CD-48B7-9D7A-DEC11EED0216}" dt="2026-06-01T19:42:56.561" v="19" actId="2696"/>
        <pc:sldMkLst>
          <pc:docMk/>
          <pc:sldMk cId="697477938" sldId="273"/>
        </pc:sldMkLst>
      </pc:sldChg>
      <pc:sldChg chg="del">
        <pc:chgData name="YAQIAO CHI" userId="959379fb-8566-4cbe-98b5-03c8005ac9a2" providerId="ADAL" clId="{90F23A15-D5CD-48B7-9D7A-DEC11EED0216}" dt="2026-06-01T19:42:58.237" v="20" actId="2696"/>
        <pc:sldMkLst>
          <pc:docMk/>
          <pc:sldMk cId="4246302821" sldId="274"/>
        </pc:sldMkLst>
      </pc:sldChg>
      <pc:sldChg chg="addSp delSp modSp mod">
        <pc:chgData name="YAQIAO CHI" userId="959379fb-8566-4cbe-98b5-03c8005ac9a2" providerId="ADAL" clId="{90F23A15-D5CD-48B7-9D7A-DEC11EED0216}" dt="2026-06-01T19:49:35.670" v="529" actId="255"/>
        <pc:sldMkLst>
          <pc:docMk/>
          <pc:sldMk cId="3354274014" sldId="275"/>
        </pc:sldMkLst>
        <pc:spChg chg="mod">
          <ac:chgData name="YAQIAO CHI" userId="959379fb-8566-4cbe-98b5-03c8005ac9a2" providerId="ADAL" clId="{90F23A15-D5CD-48B7-9D7A-DEC11EED0216}" dt="2026-06-01T19:44:41.467" v="51" actId="20577"/>
          <ac:spMkLst>
            <pc:docMk/>
            <pc:sldMk cId="3354274014" sldId="275"/>
            <ac:spMk id="2" creationId="{D1D491D9-C4B8-AA3D-9FC1-3DE3D95E5E50}"/>
          </ac:spMkLst>
        </pc:spChg>
        <pc:spChg chg="mod">
          <ac:chgData name="YAQIAO CHI" userId="959379fb-8566-4cbe-98b5-03c8005ac9a2" providerId="ADAL" clId="{90F23A15-D5CD-48B7-9D7A-DEC11EED0216}" dt="2026-06-01T19:49:35.670" v="529" actId="255"/>
          <ac:spMkLst>
            <pc:docMk/>
            <pc:sldMk cId="3354274014" sldId="275"/>
            <ac:spMk id="3" creationId="{35D28F42-9416-3352-F476-8B4FEE4CDDB9}"/>
          </ac:spMkLst>
        </pc:spChg>
        <pc:spChg chg="del">
          <ac:chgData name="YAQIAO CHI" userId="959379fb-8566-4cbe-98b5-03c8005ac9a2" providerId="ADAL" clId="{90F23A15-D5CD-48B7-9D7A-DEC11EED0216}" dt="2026-06-01T19:47:07.082" v="157" actId="21"/>
          <ac:spMkLst>
            <pc:docMk/>
            <pc:sldMk cId="3354274014" sldId="275"/>
            <ac:spMk id="5" creationId="{8C1ED22B-6F4C-14D3-75D2-59025A092DEC}"/>
          </ac:spMkLst>
        </pc:spChg>
        <pc:spChg chg="del">
          <ac:chgData name="YAQIAO CHI" userId="959379fb-8566-4cbe-98b5-03c8005ac9a2" providerId="ADAL" clId="{90F23A15-D5CD-48B7-9D7A-DEC11EED0216}" dt="2026-06-01T19:45:00.438" v="52" actId="21"/>
          <ac:spMkLst>
            <pc:docMk/>
            <pc:sldMk cId="3354274014" sldId="275"/>
            <ac:spMk id="7" creationId="{D4A466D3-7BC7-8188-260B-BACF23B89542}"/>
          </ac:spMkLst>
        </pc:spChg>
        <pc:spChg chg="mod">
          <ac:chgData name="YAQIAO CHI" userId="959379fb-8566-4cbe-98b5-03c8005ac9a2" providerId="ADAL" clId="{90F23A15-D5CD-48B7-9D7A-DEC11EED0216}" dt="2026-06-01T19:45:06.514" v="54" actId="20577"/>
          <ac:spMkLst>
            <pc:docMk/>
            <pc:sldMk cId="3354274014" sldId="275"/>
            <ac:spMk id="8" creationId="{EDA73E87-4EBF-9BAF-9361-4D587CA4C618}"/>
          </ac:spMkLst>
        </pc:spChg>
        <pc:picChg chg="add mod">
          <ac:chgData name="YAQIAO CHI" userId="959379fb-8566-4cbe-98b5-03c8005ac9a2" providerId="ADAL" clId="{90F23A15-D5CD-48B7-9D7A-DEC11EED0216}" dt="2026-06-01T19:46:08.861" v="67" actId="1076"/>
          <ac:picMkLst>
            <pc:docMk/>
            <pc:sldMk cId="3354274014" sldId="275"/>
            <ac:picMk id="10" creationId="{A12390F0-8D98-BE0A-1C3E-0D025D73B801}"/>
          </ac:picMkLst>
        </pc:picChg>
      </pc:sldChg>
      <pc:sldChg chg="addSp modSp new mod ord">
        <pc:chgData name="YAQIAO CHI" userId="959379fb-8566-4cbe-98b5-03c8005ac9a2" providerId="ADAL" clId="{90F23A15-D5CD-48B7-9D7A-DEC11EED0216}" dt="2026-06-01T20:09:29.252" v="1362" actId="27636"/>
        <pc:sldMkLst>
          <pc:docMk/>
          <pc:sldMk cId="2055288566" sldId="276"/>
        </pc:sldMkLst>
        <pc:spChg chg="mod">
          <ac:chgData name="YAQIAO CHI" userId="959379fb-8566-4cbe-98b5-03c8005ac9a2" providerId="ADAL" clId="{90F23A15-D5CD-48B7-9D7A-DEC11EED0216}" dt="2026-06-01T20:09:29.252" v="1362" actId="27636"/>
          <ac:spMkLst>
            <pc:docMk/>
            <pc:sldMk cId="2055288566" sldId="276"/>
            <ac:spMk id="2" creationId="{70D9B8E5-1C32-458E-ADB4-0C0991E13D7C}"/>
          </ac:spMkLst>
        </pc:spChg>
        <pc:spChg chg="mod">
          <ac:chgData name="YAQIAO CHI" userId="959379fb-8566-4cbe-98b5-03c8005ac9a2" providerId="ADAL" clId="{90F23A15-D5CD-48B7-9D7A-DEC11EED0216}" dt="2026-06-01T20:07:06.493" v="1206" actId="12"/>
          <ac:spMkLst>
            <pc:docMk/>
            <pc:sldMk cId="2055288566" sldId="276"/>
            <ac:spMk id="3" creationId="{BBFDE00D-22DA-154F-6515-7AA721AD68B2}"/>
          </ac:spMkLst>
        </pc:spChg>
        <pc:spChg chg="add mod">
          <ac:chgData name="YAQIAO CHI" userId="959379fb-8566-4cbe-98b5-03c8005ac9a2" providerId="ADAL" clId="{90F23A15-D5CD-48B7-9D7A-DEC11EED0216}" dt="2026-06-01T20:08:55.462" v="1360" actId="5793"/>
          <ac:spMkLst>
            <pc:docMk/>
            <pc:sldMk cId="2055288566" sldId="276"/>
            <ac:spMk id="7" creationId="{30B07F9F-F2EE-BEBC-3EC5-06FCB0987138}"/>
          </ac:spMkLst>
        </pc:spChg>
      </pc:sldChg>
      <pc:sldChg chg="addSp delSp modSp new mod">
        <pc:chgData name="YAQIAO CHI" userId="959379fb-8566-4cbe-98b5-03c8005ac9a2" providerId="ADAL" clId="{90F23A15-D5CD-48B7-9D7A-DEC11EED0216}" dt="2026-06-01T20:14:30.415" v="1544" actId="1076"/>
        <pc:sldMkLst>
          <pc:docMk/>
          <pc:sldMk cId="3120910275" sldId="277"/>
        </pc:sldMkLst>
        <pc:spChg chg="mod">
          <ac:chgData name="YAQIAO CHI" userId="959379fb-8566-4cbe-98b5-03c8005ac9a2" providerId="ADAL" clId="{90F23A15-D5CD-48B7-9D7A-DEC11EED0216}" dt="2026-06-01T20:10:54.289" v="1389" actId="20577"/>
          <ac:spMkLst>
            <pc:docMk/>
            <pc:sldMk cId="3120910275" sldId="277"/>
            <ac:spMk id="2" creationId="{C2498D89-8973-189E-7DAD-B5E3F2EFE752}"/>
          </ac:spMkLst>
        </pc:spChg>
        <pc:spChg chg="del mod">
          <ac:chgData name="YAQIAO CHI" userId="959379fb-8566-4cbe-98b5-03c8005ac9a2" providerId="ADAL" clId="{90F23A15-D5CD-48B7-9D7A-DEC11EED0216}" dt="2026-06-01T20:11:42.632" v="1393" actId="931"/>
          <ac:spMkLst>
            <pc:docMk/>
            <pc:sldMk cId="3120910275" sldId="277"/>
            <ac:spMk id="3" creationId="{409F2518-CCF9-D4D1-4175-D74BBA195960}"/>
          </ac:spMkLst>
        </pc:spChg>
        <pc:spChg chg="add mod">
          <ac:chgData name="YAQIAO CHI" userId="959379fb-8566-4cbe-98b5-03c8005ac9a2" providerId="ADAL" clId="{90F23A15-D5CD-48B7-9D7A-DEC11EED0216}" dt="2026-06-01T20:14:30.415" v="1544" actId="1076"/>
          <ac:spMkLst>
            <pc:docMk/>
            <pc:sldMk cId="3120910275" sldId="277"/>
            <ac:spMk id="9" creationId="{73206CC1-FE41-B36C-46FA-936AA1106049}"/>
          </ac:spMkLst>
        </pc:spChg>
        <pc:picChg chg="add mod ord">
          <ac:chgData name="YAQIAO CHI" userId="959379fb-8566-4cbe-98b5-03c8005ac9a2" providerId="ADAL" clId="{90F23A15-D5CD-48B7-9D7A-DEC11EED0216}" dt="2026-06-01T20:11:55.317" v="1399" actId="1076"/>
          <ac:picMkLst>
            <pc:docMk/>
            <pc:sldMk cId="3120910275" sldId="277"/>
            <ac:picMk id="8" creationId="{A8CA2F86-5F6C-AC23-FD82-7CDBC4D178EE}"/>
          </ac:picMkLst>
        </pc:picChg>
      </pc:sldChg>
      <pc:sldChg chg="modSp new mod">
        <pc:chgData name="YAQIAO CHI" userId="959379fb-8566-4cbe-98b5-03c8005ac9a2" providerId="ADAL" clId="{90F23A15-D5CD-48B7-9D7A-DEC11EED0216}" dt="2026-06-01T20:22:18.467" v="1678" actId="255"/>
        <pc:sldMkLst>
          <pc:docMk/>
          <pc:sldMk cId="1442403960" sldId="278"/>
        </pc:sldMkLst>
        <pc:spChg chg="mod">
          <ac:chgData name="YAQIAO CHI" userId="959379fb-8566-4cbe-98b5-03c8005ac9a2" providerId="ADAL" clId="{90F23A15-D5CD-48B7-9D7A-DEC11EED0216}" dt="2026-06-01T20:19:51.441" v="1633" actId="1076"/>
          <ac:spMkLst>
            <pc:docMk/>
            <pc:sldMk cId="1442403960" sldId="278"/>
            <ac:spMk id="2" creationId="{596FA47D-E5D4-5F6D-9BDD-71CB49D7B4F4}"/>
          </ac:spMkLst>
        </pc:spChg>
        <pc:spChg chg="mod">
          <ac:chgData name="YAQIAO CHI" userId="959379fb-8566-4cbe-98b5-03c8005ac9a2" providerId="ADAL" clId="{90F23A15-D5CD-48B7-9D7A-DEC11EED0216}" dt="2026-06-01T20:22:18.467" v="1678" actId="255"/>
          <ac:spMkLst>
            <pc:docMk/>
            <pc:sldMk cId="1442403960" sldId="278"/>
            <ac:spMk id="3" creationId="{5D46B5C4-7965-66CB-85F2-B2D04401B266}"/>
          </ac:spMkLst>
        </pc:spChg>
      </pc:sldChg>
    </pc:docChg>
  </pc:docChgLst>
  <pc:docChgLst>
    <pc:chgData name="AKHILA SRIPRIYADARSHINI GOLLAMUDI" userId="00af1cf9-a92c-4f6a-b084-474dadecd5fc" providerId="ADAL" clId="{FBE8AF5E-7E9E-49EF-820F-33C0432B034B}"/>
    <pc:docChg chg="custSel addSld modSld sldOrd">
      <pc:chgData name="AKHILA SRIPRIYADARSHINI GOLLAMUDI" userId="00af1cf9-a92c-4f6a-b084-474dadecd5fc" providerId="ADAL" clId="{FBE8AF5E-7E9E-49EF-820F-33C0432B034B}" dt="2026-05-26T07:01:00.136" v="163" actId="1076"/>
      <pc:docMkLst>
        <pc:docMk/>
      </pc:docMkLst>
      <pc:sldChg chg="modSp mod">
        <pc:chgData name="AKHILA SRIPRIYADARSHINI GOLLAMUDI" userId="00af1cf9-a92c-4f6a-b084-474dadecd5fc" providerId="ADAL" clId="{FBE8AF5E-7E9E-49EF-820F-33C0432B034B}" dt="2026-05-26T03:59:06.542" v="118" actId="27636"/>
        <pc:sldMkLst>
          <pc:docMk/>
          <pc:sldMk cId="1285630881" sldId="268"/>
        </pc:sldMkLst>
        <pc:spChg chg="mod">
          <ac:chgData name="AKHILA SRIPRIYADARSHINI GOLLAMUDI" userId="00af1cf9-a92c-4f6a-b084-474dadecd5fc" providerId="ADAL" clId="{FBE8AF5E-7E9E-49EF-820F-33C0432B034B}" dt="2026-05-26T03:59:06.542" v="118" actId="27636"/>
          <ac:spMkLst>
            <pc:docMk/>
            <pc:sldMk cId="1285630881" sldId="268"/>
            <ac:spMk id="3" creationId="{B714E9D9-8579-4E40-9FAF-1188D8A3465B}"/>
          </ac:spMkLst>
        </pc:spChg>
      </pc:sldChg>
      <pc:sldChg chg="addSp modSp add mod ord">
        <pc:chgData name="AKHILA SRIPRIYADARSHINI GOLLAMUDI" userId="00af1cf9-a92c-4f6a-b084-474dadecd5fc" providerId="ADAL" clId="{FBE8AF5E-7E9E-49EF-820F-33C0432B034B}" dt="2026-05-26T07:01:00.136" v="163" actId="1076"/>
        <pc:sldMkLst>
          <pc:docMk/>
          <pc:sldMk cId="3354274014" sldId="275"/>
        </pc:sldMkLst>
        <pc:spChg chg="mod">
          <ac:chgData name="AKHILA SRIPRIYADARSHINI GOLLAMUDI" userId="00af1cf9-a92c-4f6a-b084-474dadecd5fc" providerId="ADAL" clId="{FBE8AF5E-7E9E-49EF-820F-33C0432B034B}" dt="2026-05-26T07:01:00.136" v="163" actId="1076"/>
          <ac:spMkLst>
            <pc:docMk/>
            <pc:sldMk cId="3354274014" sldId="275"/>
            <ac:spMk id="2" creationId="{D1D491D9-C4B8-AA3D-9FC1-3DE3D95E5E50}"/>
          </ac:spMkLst>
        </pc:spChg>
        <pc:spChg chg="mod">
          <ac:chgData name="AKHILA SRIPRIYADARSHINI GOLLAMUDI" userId="00af1cf9-a92c-4f6a-b084-474dadecd5fc" providerId="ADAL" clId="{FBE8AF5E-7E9E-49EF-820F-33C0432B034B}" dt="2026-05-26T06:59:19.647" v="131" actId="27636"/>
          <ac:spMkLst>
            <pc:docMk/>
            <pc:sldMk cId="3354274014" sldId="275"/>
            <ac:spMk id="3" creationId="{35D28F42-9416-3352-F476-8B4FEE4CDDB9}"/>
          </ac:spMkLst>
        </pc:spChg>
        <pc:spChg chg="add mod">
          <ac:chgData name="AKHILA SRIPRIYADARSHINI GOLLAMUDI" userId="00af1cf9-a92c-4f6a-b084-474dadecd5fc" providerId="ADAL" clId="{FBE8AF5E-7E9E-49EF-820F-33C0432B034B}" dt="2026-05-26T07:00:47.843" v="161"/>
          <ac:spMkLst>
            <pc:docMk/>
            <pc:sldMk cId="3354274014" sldId="275"/>
            <ac:spMk id="8" creationId="{EDA73E87-4EBF-9BAF-9361-4D587CA4C6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C7E4E-81A0-458A-A3E7-616D5BB707EC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D2033-3E51-4E8A-B6FE-7122AE2B9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49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24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0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32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9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5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5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8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4A09-6C90-A269-8C57-5C39DEC86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854"/>
            <a:ext cx="9690339" cy="2416354"/>
          </a:xfrm>
        </p:spPr>
        <p:txBody>
          <a:bodyPr/>
          <a:lstStyle/>
          <a:p>
            <a:r>
              <a:rPr lang="en-AU" b="1" dirty="0">
                <a:latin typeface="Lucida Bright"/>
              </a:rPr>
              <a:t>COS30045 Project Stand Up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2CEB3-446D-D770-1D4E-FA1FC3636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8906"/>
            <a:ext cx="9144000" cy="213021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r>
              <a:rPr lang="en-AU" sz="1800" b="1" dirty="0"/>
              <a:t>Topic: Hospitalised Injuries from Road Crashes in Australia</a:t>
            </a:r>
          </a:p>
          <a:p>
            <a:r>
              <a:rPr lang="en-AU" sz="1800" b="1" dirty="0"/>
              <a:t>By: Helen C</a:t>
            </a:r>
          </a:p>
        </p:txBody>
      </p:sp>
    </p:spTree>
    <p:extLst>
      <p:ext uri="{BB962C8B-B14F-4D97-AF65-F5344CB8AC3E}">
        <p14:creationId xmlns:p14="http://schemas.microsoft.com/office/powerpoint/2010/main" val="258780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CA48-8B41-020E-2B03-C9D7CA7B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491D9-C4B8-AA3D-9FC1-3DE3D95E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00562"/>
            <a:ext cx="10449784" cy="658401"/>
          </a:xfrm>
        </p:spPr>
        <p:txBody>
          <a:bodyPr/>
          <a:lstStyle/>
          <a:p>
            <a:pPr algn="ctr"/>
            <a:r>
              <a:rPr lang="en-AU" b="1" dirty="0"/>
              <a:t>Progress Overview</a:t>
            </a:r>
            <a:endParaRPr lang="en-AU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28F42-9416-3352-F476-8B4FEE4C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526" y="1292464"/>
            <a:ext cx="4818886" cy="4905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 sz="1800" b="1" dirty="0"/>
              <a:t>What We Have Completed Since Week 12</a:t>
            </a:r>
            <a:endParaRPr lang="en-AU" sz="1800" dirty="0"/>
          </a:p>
          <a:p>
            <a:pPr lvl="0"/>
            <a:r>
              <a:rPr lang="en-AU" dirty="0"/>
              <a:t>Full interactive website built with Chart.js</a:t>
            </a:r>
          </a:p>
          <a:p>
            <a:pPr lvl="0"/>
            <a:r>
              <a:rPr lang="en-AU" dirty="0"/>
              <a:t>7-page layout with sidebar navigation</a:t>
            </a:r>
          </a:p>
          <a:p>
            <a:pPr lvl="0"/>
            <a:r>
              <a:rPr lang="en-AU" dirty="0"/>
              <a:t>5 chart types: line, bar, horizontal bar, pie charts, SVG maps</a:t>
            </a:r>
          </a:p>
          <a:p>
            <a:pPr lvl="0"/>
            <a:r>
              <a:rPr lang="en-AU" dirty="0"/>
              <a:t>Interactive filters (Year, Indigenous Status, Road User, Age, Remoteness)</a:t>
            </a:r>
          </a:p>
          <a:p>
            <a:pPr lvl="0"/>
            <a:r>
              <a:rPr lang="en-AU" dirty="0"/>
              <a:t>Quiz &amp; Feedback feature with 3 questions</a:t>
            </a:r>
          </a:p>
          <a:p>
            <a:pPr lvl="0"/>
            <a:r>
              <a:rPr lang="en-AU" dirty="0"/>
              <a:t>Iteration and Validation chapter written</a:t>
            </a:r>
          </a:p>
          <a:p>
            <a:pPr marL="0" lvl="0" indent="0">
              <a:buNone/>
            </a:pPr>
            <a:endParaRPr lang="en-AU" dirty="0"/>
          </a:p>
          <a:p>
            <a:pPr marL="0" lvl="0" indent="0">
              <a:buNone/>
            </a:pPr>
            <a:r>
              <a:rPr lang="en-AU" dirty="0"/>
              <a:t>No major blockers --- all features working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2677C-6829-FD74-3EA9-27DD5A71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5870-E2A7-4907-B2D0-67CB91C46252}" type="datetime1">
              <a:rPr lang="en-US"/>
              <a:t>6/2/2026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F120C-0BEE-BC76-8D16-E665ADF3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DA73E87-4EBF-9BAF-9361-4D587CA4C618}"/>
              </a:ext>
            </a:extLst>
          </p:cNvPr>
          <p:cNvSpPr txBox="1">
            <a:spLocks/>
          </p:cNvSpPr>
          <p:nvPr/>
        </p:nvSpPr>
        <p:spPr>
          <a:xfrm>
            <a:off x="6739597" y="1450730"/>
            <a:ext cx="4818886" cy="4905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2390F0-8D98-BE0A-1C3E-0D025D73B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8" y="1792051"/>
            <a:ext cx="6926872" cy="38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7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75603-6AAC-B6F4-6C48-B930FC94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4" y="58394"/>
            <a:ext cx="6827550" cy="886513"/>
          </a:xfrm>
        </p:spPr>
        <p:txBody>
          <a:bodyPr/>
          <a:lstStyle/>
          <a:p>
            <a:pPr algn="ctr"/>
            <a:r>
              <a:rPr lang="en-AU" altLang="zh-CN" b="1" dirty="0">
                <a:latin typeface="Lucida Bright"/>
              </a:rPr>
              <a:t>Visualisation</a:t>
            </a:r>
            <a:r>
              <a:rPr lang="zh-CN" altLang="en-US" b="1" dirty="0">
                <a:latin typeface="Lucida Bright"/>
              </a:rPr>
              <a:t> </a:t>
            </a:r>
            <a:r>
              <a:rPr lang="en-AU" altLang="zh-CN" b="1" dirty="0">
                <a:latin typeface="Lucida Bright"/>
              </a:rPr>
              <a:t>Design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E4D72-9DA0-EDE5-2774-5CB178D2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944908"/>
            <a:ext cx="5722374" cy="54114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1" dirty="0"/>
              <a:t>Chart Types We Actually Built</a:t>
            </a:r>
          </a:p>
          <a:p>
            <a:endParaRPr lang="en-US" sz="1200" b="1" dirty="0"/>
          </a:p>
          <a:p>
            <a:r>
              <a:rPr lang="en-US" sz="1200" b="1" dirty="0"/>
              <a:t> </a:t>
            </a:r>
            <a:r>
              <a:rPr lang="en-US" sz="1200" dirty="0"/>
              <a:t>Line Chart — Annual Trends (2011–2021)</a:t>
            </a:r>
          </a:p>
          <a:p>
            <a:pPr marL="0" indent="0">
              <a:buNone/>
            </a:pPr>
            <a:r>
              <a:rPr lang="en-US" sz="1200" dirty="0"/>
              <a:t>  Two lines: First Nations vs non-Indigenous. Gap shows disparity.</a:t>
            </a:r>
          </a:p>
          <a:p>
            <a:r>
              <a:rPr lang="en-US" sz="1200" dirty="0"/>
              <a:t> Grouped Bar Chart — Age Groups</a:t>
            </a:r>
          </a:p>
          <a:p>
            <a:pPr marL="0" indent="0">
              <a:buNone/>
            </a:pPr>
            <a:r>
              <a:rPr lang="en-US" sz="1200" dirty="0"/>
              <a:t>17-25 age group has highest First Nations count.</a:t>
            </a:r>
          </a:p>
          <a:p>
            <a:r>
              <a:rPr lang="en-US" sz="1200" dirty="0"/>
              <a:t>Horizontal Bar Chart — Remoteness</a:t>
            </a:r>
          </a:p>
          <a:p>
            <a:pPr marL="0" indent="0">
              <a:buNone/>
            </a:pPr>
            <a:r>
              <a:rPr lang="en-US" sz="1200" dirty="0"/>
              <a:t>Major Cities, Regional, Remote. Regional areas have highest counts.</a:t>
            </a:r>
          </a:p>
          <a:p>
            <a:r>
              <a:rPr lang="en-US" sz="1200" dirty="0"/>
              <a:t>Pie Charts — Road User Types</a:t>
            </a:r>
          </a:p>
          <a:p>
            <a:pPr marL="0" indent="0">
              <a:buNone/>
            </a:pPr>
            <a:r>
              <a:rPr lang="en-US" sz="1200" dirty="0"/>
              <a:t> Two pie charts side by side (First Nations vs non-Indigenous).</a:t>
            </a:r>
          </a:p>
          <a:p>
            <a:r>
              <a:rPr lang="en-US" sz="1200" dirty="0"/>
              <a:t>SVG Map — States and Territories</a:t>
            </a:r>
          </a:p>
          <a:p>
            <a:pPr marL="0" indent="0">
              <a:buNone/>
            </a:pPr>
            <a:r>
              <a:rPr lang="en-US" sz="1200" dirty="0"/>
              <a:t> Hover for details. Click to filter all charts.</a:t>
            </a:r>
          </a:p>
          <a:p>
            <a:r>
              <a:rPr lang="en-US" sz="1200" dirty="0"/>
              <a:t>Design Choices:</a:t>
            </a:r>
          </a:p>
          <a:p>
            <a:pPr marL="0" indent="0">
              <a:buNone/>
            </a:pPr>
            <a:r>
              <a:rPr lang="en-US" sz="1200" dirty="0"/>
              <a:t> Navy/amber </a:t>
            </a:r>
            <a:r>
              <a:rPr lang="en-US" sz="1200" dirty="0" err="1"/>
              <a:t>colours</a:t>
            </a:r>
            <a:r>
              <a:rPr lang="en-US" sz="1200" dirty="0"/>
              <a:t> (</a:t>
            </a:r>
            <a:r>
              <a:rPr lang="en-US" sz="1200" dirty="0" err="1"/>
              <a:t>colourblind</a:t>
            </a:r>
            <a:r>
              <a:rPr lang="en-US" sz="1200" dirty="0"/>
              <a:t>-safe)</a:t>
            </a:r>
          </a:p>
          <a:p>
            <a:pPr marL="0" indent="0">
              <a:buNone/>
            </a:pPr>
            <a:r>
              <a:rPr lang="en-US" sz="1200" dirty="0"/>
              <a:t>Direct number labels on all charts (response to user feedback)</a:t>
            </a:r>
            <a:endParaRPr lang="zh-CN" altLang="en-US" sz="1200" dirty="0">
              <a:latin typeface="Lucida Bright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DE861C-3CC4-3670-A7D7-B2ED1EBC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5870-E2A7-4907-B2D0-67CB91C46252}" type="datetime1">
              <a:rPr lang="en-US"/>
              <a:t>6/2/2026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30A46-1E6E-68D8-C332-3CE70F42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F913A-C134-6A9F-FC05-91596B22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54C5F-B914-1936-4B94-4E685ADE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735" y="3920028"/>
            <a:ext cx="5722374" cy="27016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48AC7C-6EAF-2C7E-60B6-F79839552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735" y="1087570"/>
            <a:ext cx="5722374" cy="268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1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9238D-2D9E-3C38-3A69-579B28F0A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013" y="491482"/>
            <a:ext cx="7099404" cy="770024"/>
          </a:xfrm>
        </p:spPr>
        <p:txBody>
          <a:bodyPr/>
          <a:lstStyle/>
          <a:p>
            <a:pPr algn="ctr"/>
            <a:r>
              <a:rPr lang="en-AU" altLang="zh-CN" b="1" dirty="0">
                <a:latin typeface="Lucida Bright"/>
              </a:rPr>
              <a:t>Interaction</a:t>
            </a:r>
            <a:r>
              <a:rPr lang="zh-CN" altLang="en-US" b="1" dirty="0">
                <a:latin typeface="Lucida Bright"/>
              </a:rPr>
              <a:t> </a:t>
            </a:r>
            <a:r>
              <a:rPr lang="en-AU" altLang="zh-CN" b="1" dirty="0">
                <a:latin typeface="Lucida Bright"/>
              </a:rPr>
              <a:t>Design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14E9D9-8579-4E40-9FAF-1188D8A3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270409"/>
            <a:ext cx="5545394" cy="508594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buNone/>
            </a:pPr>
            <a:r>
              <a:rPr lang="en-AU" sz="6400" b="1" dirty="0"/>
              <a:t>What Users Can Do</a:t>
            </a:r>
          </a:p>
          <a:p>
            <a:pPr>
              <a:buNone/>
            </a:pPr>
            <a:r>
              <a:rPr lang="en-AU" sz="4900" dirty="0"/>
              <a:t>1. Sidebar Navigation: 7 pages. Only one page visible at a time.</a:t>
            </a:r>
          </a:p>
          <a:p>
            <a:pPr>
              <a:buNone/>
            </a:pPr>
            <a:endParaRPr lang="en-AU" sz="4900" dirty="0"/>
          </a:p>
          <a:p>
            <a:pPr>
              <a:buNone/>
            </a:pPr>
            <a:r>
              <a:rPr lang="en-AU" sz="4900" dirty="0"/>
              <a:t>2. Filters (5 dropdowns):</a:t>
            </a:r>
          </a:p>
          <a:p>
            <a:pPr>
              <a:buNone/>
            </a:pPr>
            <a:r>
              <a:rPr lang="en-AU" sz="4900" dirty="0"/>
              <a:t>Year | Indigenous Status | Road User | Age Group | Remoteness</a:t>
            </a:r>
          </a:p>
          <a:p>
            <a:pPr>
              <a:buNone/>
            </a:pPr>
            <a:r>
              <a:rPr lang="en-AU" sz="4900" dirty="0"/>
              <a:t>All charts update together. Reset button clears all.</a:t>
            </a:r>
          </a:p>
          <a:p>
            <a:pPr>
              <a:buNone/>
            </a:pPr>
            <a:endParaRPr lang="en-AU" sz="4900" dirty="0"/>
          </a:p>
          <a:p>
            <a:pPr>
              <a:buNone/>
            </a:pPr>
            <a:r>
              <a:rPr lang="en-AU" sz="4900" dirty="0"/>
              <a:t>3. Interactive Map:</a:t>
            </a:r>
          </a:p>
          <a:p>
            <a:pPr>
              <a:buNone/>
            </a:pPr>
            <a:r>
              <a:rPr lang="en-AU" sz="4900" dirty="0"/>
              <a:t>Hover → see state stats. Click → filter all charts to that state.</a:t>
            </a:r>
          </a:p>
          <a:p>
            <a:pPr>
              <a:buNone/>
            </a:pPr>
            <a:endParaRPr lang="en-AU" sz="4900" dirty="0"/>
          </a:p>
          <a:p>
            <a:pPr>
              <a:buNone/>
            </a:pPr>
            <a:r>
              <a:rPr lang="en-AU" sz="4900" dirty="0"/>
              <a:t>4. Quiz &amp; Feedback:</a:t>
            </a:r>
          </a:p>
          <a:p>
            <a:pPr>
              <a:buNone/>
            </a:pPr>
            <a:r>
              <a:rPr lang="en-AU" sz="4900" dirty="0"/>
              <a:t>3 questions. Instant correct/wrong feedback with hints.</a:t>
            </a:r>
          </a:p>
          <a:p>
            <a:pPr>
              <a:buNone/>
            </a:pPr>
            <a:r>
              <a:rPr lang="en-AU" sz="4900" dirty="0"/>
              <a:t>All correct → feedback form appears.</a:t>
            </a:r>
          </a:p>
          <a:p>
            <a:pPr>
              <a:buNone/>
            </a:pPr>
            <a:endParaRPr lang="en-AU" sz="4900" dirty="0"/>
          </a:p>
          <a:p>
            <a:pPr>
              <a:buNone/>
            </a:pPr>
            <a:r>
              <a:rPr lang="en-AU" sz="4900" dirty="0"/>
              <a:t>5. Hover Tooltips: All charts show exact values on hover.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0" indent="0">
              <a:buNone/>
            </a:pPr>
            <a:endParaRPr lang="en-AU" sz="2800" dirty="0"/>
          </a:p>
          <a:p>
            <a:pPr marL="285750" indent="-28575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45CE6-642C-89E7-8F4D-860404B9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D2E2A-38D5-4834-AA24-CB8F53551221}" type="datetime1">
              <a:rPr lang="en-US"/>
              <a:t>6/2/2026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D9A4-56B6-67E9-B343-BEB371DA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35BE3-A9BC-5D4B-31EC-86D2D299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462CA3-68DB-19BF-EEBA-7ABDF7E9B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471" y="1760638"/>
            <a:ext cx="7286013" cy="35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3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B8E5-1C32-458E-ADB4-0C0991E1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561" y="136525"/>
            <a:ext cx="4613081" cy="914368"/>
          </a:xfrm>
        </p:spPr>
        <p:txBody>
          <a:bodyPr>
            <a:normAutofit/>
          </a:bodyPr>
          <a:lstStyle/>
          <a:p>
            <a:r>
              <a:rPr lang="en-AU" b="1" dirty="0">
                <a:latin typeface="Lucida Bright" panose="02040602050505020304" pitchFamily="18" charset="0"/>
              </a:rPr>
              <a:t>Iteration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DE00D-22DA-154F-6515-7AA721AD6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14" y="1378226"/>
            <a:ext cx="5817703" cy="46835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User Testing Results:</a:t>
            </a:r>
          </a:p>
          <a:p>
            <a:pPr marL="0" indent="0">
              <a:buNone/>
            </a:pPr>
            <a:r>
              <a:rPr lang="en-US" dirty="0"/>
              <a:t>Tested with 3 people (2 students, 1 general public)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Main Problem Found:</a:t>
            </a:r>
          </a:p>
          <a:p>
            <a:pPr marL="0" indent="0">
              <a:buNone/>
            </a:pPr>
            <a:r>
              <a:rPr lang="en-US" dirty="0"/>
              <a:t>The page felt messy – too many charts, didn’t know where to start.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We Changed:</a:t>
            </a:r>
          </a:p>
          <a:p>
            <a:pPr>
              <a:buFontTx/>
              <a:buChar char="-"/>
            </a:pPr>
            <a:r>
              <a:rPr lang="en-US" dirty="0"/>
              <a:t>Removed duplicate charts</a:t>
            </a:r>
          </a:p>
          <a:p>
            <a:pPr>
              <a:buFontTx/>
              <a:buChar char="-"/>
            </a:pPr>
            <a:r>
              <a:rPr lang="en-US" dirty="0"/>
              <a:t>Added direct number labels on all charts</a:t>
            </a:r>
          </a:p>
          <a:p>
            <a:pPr>
              <a:buFontTx/>
              <a:buChar char="-"/>
            </a:pPr>
            <a:r>
              <a:rPr lang="en-US" dirty="0"/>
              <a:t>Split content into 7 separate pages with side bar navigation</a:t>
            </a:r>
          </a:p>
          <a:p>
            <a:pPr>
              <a:buFontTx/>
              <a:buChar char="-"/>
            </a:pPr>
            <a:r>
              <a:rPr lang="en-US" dirty="0"/>
              <a:t>Added Quiz &amp; Feedback feature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C5910-E29D-A6DF-A6C7-D6724D14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A01C-D577-4423-9FC7-B4F7820CC514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40BDE-549D-4B12-13F5-7285C65D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A9B2-6C35-9F0D-CE59-A2751228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B07F9F-F2EE-BEBC-3EC5-06FCB0987138}"/>
              </a:ext>
            </a:extLst>
          </p:cNvPr>
          <p:cNvSpPr txBox="1">
            <a:spLocks/>
          </p:cNvSpPr>
          <p:nvPr/>
        </p:nvSpPr>
        <p:spPr>
          <a:xfrm>
            <a:off x="6202017" y="1378226"/>
            <a:ext cx="5817703" cy="4683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Results:</a:t>
            </a:r>
          </a:p>
          <a:p>
            <a:pPr>
              <a:buFontTx/>
              <a:buChar char="-"/>
            </a:pPr>
            <a:r>
              <a:rPr lang="en-US" dirty="0"/>
              <a:t>Task completion: 33% -&gt; 100%</a:t>
            </a:r>
          </a:p>
          <a:p>
            <a:pPr>
              <a:buFontTx/>
              <a:buChar char="-"/>
            </a:pPr>
            <a:r>
              <a:rPr lang="en-US" dirty="0"/>
              <a:t>Average time: around 45s -&gt; 25s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Only tested with 3 people, not tested on mobile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8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8D89-8973-189E-7DAD-B5E3F2EF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latin typeface="Lucida Bright" panose="02040602050505020304" pitchFamily="18" charset="0"/>
              </a:rPr>
              <a:t>Code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CA2F86-5F6C-AC23-FD82-7CDBC4D17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8" y="2087827"/>
            <a:ext cx="7317623" cy="38185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AE33B-01E5-BEAF-CC16-294EE907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1620-1E90-4183-AC7C-2631EF1BB2A6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E87A2-8B83-DCB0-6007-A06A45AE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174B3-0BC8-445E-B24F-EFB498FB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06CC1-FE41-B36C-46FA-936AA1106049}"/>
              </a:ext>
            </a:extLst>
          </p:cNvPr>
          <p:cNvSpPr txBox="1"/>
          <p:nvPr/>
        </p:nvSpPr>
        <p:spPr>
          <a:xfrm>
            <a:off x="8200103" y="2627933"/>
            <a:ext cx="3378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 use Notepad++ as my primary code editor, for our final project, I will be using a combination of Notepad++ and Visual Studio Code.</a:t>
            </a:r>
          </a:p>
        </p:txBody>
      </p:sp>
    </p:spTree>
    <p:extLst>
      <p:ext uri="{BB962C8B-B14F-4D97-AF65-F5344CB8AC3E}">
        <p14:creationId xmlns:p14="http://schemas.microsoft.com/office/powerpoint/2010/main" val="312091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A47D-E5D4-5F6D-9BDD-71CB49D7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094" y="136525"/>
            <a:ext cx="2507226" cy="900444"/>
          </a:xfrm>
        </p:spPr>
        <p:txBody>
          <a:bodyPr/>
          <a:lstStyle/>
          <a:p>
            <a:r>
              <a:rPr lang="en-AU" b="1" dirty="0">
                <a:latin typeface="Lucida Bright" panose="02040602050505020304" pitchFamily="18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5C4-7965-66CB-85F2-B2D04401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199536"/>
            <a:ext cx="10740169" cy="515681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100" dirty="0"/>
              <a:t> KNIME Data Cleaning (in progress)</a:t>
            </a:r>
          </a:p>
          <a:p>
            <a:pPr marL="0" indent="0">
              <a:buNone/>
            </a:pPr>
            <a:r>
              <a:rPr lang="en-US" sz="2100" dirty="0"/>
              <a:t>The data cleaning process is more complex than expected. </a:t>
            </a:r>
          </a:p>
          <a:p>
            <a:pPr marL="0" indent="0">
              <a:buNone/>
            </a:pPr>
            <a:r>
              <a:rPr lang="en-US" sz="2100" dirty="0"/>
              <a:t>Multiple tables (annual, road user, age, remoteness) need to be combined. </a:t>
            </a:r>
          </a:p>
          <a:p>
            <a:pPr marL="0" indent="0">
              <a:buNone/>
            </a:pPr>
            <a:r>
              <a:rPr lang="en-US" sz="2100" dirty="0"/>
              <a:t>We are continuing to refine the KNIME workflow. </a:t>
            </a:r>
          </a:p>
          <a:p>
            <a:pPr marL="0" indent="0">
              <a:buNone/>
            </a:pPr>
            <a:r>
              <a:rPr lang="en-US" sz="2100" dirty="0"/>
              <a:t>Will be completed before final submission deadline.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/>
              <a:t> Website refinements</a:t>
            </a:r>
          </a:p>
          <a:p>
            <a:pPr marL="0" indent="0">
              <a:buNone/>
            </a:pPr>
            <a:r>
              <a:rPr lang="en-US" sz="2100" dirty="0"/>
              <a:t> Small design tweaks based on user feedback.</a:t>
            </a:r>
          </a:p>
          <a:p>
            <a:pPr marL="0" indent="0">
              <a:buNone/>
            </a:pPr>
            <a:r>
              <a:rPr lang="en-US" sz="2100" dirty="0"/>
              <a:t> Ensure all charts display correctly on different screen sizes.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/>
              <a:t> Design Book final edits</a:t>
            </a:r>
          </a:p>
          <a:p>
            <a:pPr marL="0" indent="0">
              <a:buNone/>
            </a:pPr>
            <a:r>
              <a:rPr lang="en-US" sz="2100" dirty="0"/>
              <a:t>Proofread all sections.</a:t>
            </a:r>
          </a:p>
          <a:p>
            <a:pPr marL="0" indent="0">
              <a:buNone/>
            </a:pPr>
            <a:r>
              <a:rPr lang="en-US" sz="2100" dirty="0"/>
              <a:t>Add any remaining details from usability testing.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Everything will be finished before the final project due date.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A5B7F-5450-CAFE-58B6-944500CA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C26D-A150-4704-93D8-B9DFA939244A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0ED17-B76B-7B90-3D81-29CC4597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C6EBF-77CD-5DFA-DB42-405EB6AB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03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8056B-456C-E569-FA85-0B0316641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712" y="2638023"/>
            <a:ext cx="9180576" cy="15819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8000" b="1" dirty="0">
                <a:latin typeface="Lucida Bright"/>
              </a:rPr>
              <a:t>Thank you</a:t>
            </a:r>
            <a:r>
              <a:rPr lang="en-AU" altLang="zh-CN" sz="8000" b="1" dirty="0">
                <a:latin typeface="Lucida Bright"/>
              </a:rPr>
              <a:t>!</a:t>
            </a:r>
            <a:endParaRPr lang="zh-CN" altLang="en-US" sz="8000" b="1" dirty="0">
              <a:latin typeface="Lucida Bright"/>
            </a:endParaRPr>
          </a:p>
          <a:p>
            <a:pPr marL="0" indent="0" algn="ctr">
              <a:buNone/>
            </a:pPr>
            <a:endParaRPr lang="zh-CN" altLang="en-US" sz="8000" b="1" dirty="0">
              <a:latin typeface="Lucida Bright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453F7-E612-198B-BF0B-78E49263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4B5BE-5128-455C-AFA0-C5C16293ABE9}" type="datetime1">
              <a:rPr lang="en-US"/>
              <a:t>6/2/2026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07DAB-D7B1-EC82-12E3-D2A091E0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B4F6A-B3BC-E53A-97F6-F7DC29E4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05281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f7f7579-3e9c-4a7e-b844-420280f53859}" enabled="0" method="" siteId="{df7f7579-3e9c-4a7e-b844-420280f5385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StandUp1 ppt v2 (1)</Template>
  <TotalTime>140</TotalTime>
  <Words>580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Light</vt:lpstr>
      <vt:lpstr>Arial</vt:lpstr>
      <vt:lpstr>Lucida Bright</vt:lpstr>
      <vt:lpstr>Walbaum Display</vt:lpstr>
      <vt:lpstr>Wingdings</vt:lpstr>
      <vt:lpstr>BohoVogueVTI</vt:lpstr>
      <vt:lpstr>COS30045 Project Stand Up 2</vt:lpstr>
      <vt:lpstr>Progress Overview</vt:lpstr>
      <vt:lpstr>Visualisation Design</vt:lpstr>
      <vt:lpstr>Interaction Design</vt:lpstr>
      <vt:lpstr>Iteration &amp; Validation</vt:lpstr>
      <vt:lpstr>Code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AKHILA SRIPRIYADARSHINI GOLLAMUDI</dc:creator>
  <cp:lastModifiedBy>YAQIAO CHI</cp:lastModifiedBy>
  <cp:revision>1</cp:revision>
  <dcterms:created xsi:type="dcterms:W3CDTF">2026-05-26T02:26:24Z</dcterms:created>
  <dcterms:modified xsi:type="dcterms:W3CDTF">2026-06-01T20:22:18Z</dcterms:modified>
</cp:coreProperties>
</file>