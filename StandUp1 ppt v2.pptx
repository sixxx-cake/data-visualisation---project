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0" r:id="rId1"/>
  </p:sldMasterIdLst>
  <p:sldIdLst>
    <p:sldId id="256" r:id="rId2"/>
    <p:sldId id="269" r:id="rId19"/>
    <p:sldId id="270" r:id="rId20"/>
    <p:sldId id="271" r:id="rId21"/>
    <p:sldId id="267" r:id="rId3"/>
    <p:sldId id="257" r:id="rId4"/>
    <p:sldId id="258" r:id="rId5"/>
    <p:sldId id="260" r:id="rId6"/>
    <p:sldId id="259" r:id="rId7"/>
    <p:sldId id="261" r:id="rId8"/>
    <p:sldId id="262" r:id="rId9"/>
    <p:sldId id="263" r:id="rId10"/>
    <p:sldId id="268"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37C435-6E60-AC43-4380-D55A13E256E6}" v="1302" dt="2026-05-09T00:49:02.441"/>
    <p1510:client id="{F5E576DA-7801-FF4B-5929-839B7CBADBCB}" v="49" dt="2026-05-07T10:41:27.693"/>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7.xml"/><Relationship Id="rId4" Type="http://schemas.openxmlformats.org/officeDocument/2006/relationships/slide" Target="slides/slide8.xml"/><Relationship Id="rId5" Type="http://schemas.openxmlformats.org/officeDocument/2006/relationships/slide" Target="slides/slide9.xml"/><Relationship Id="rId6" Type="http://schemas.openxmlformats.org/officeDocument/2006/relationships/slide" Target="slides/slide10.xml"/><Relationship Id="rId7" Type="http://schemas.openxmlformats.org/officeDocument/2006/relationships/slide" Target="slides/slide11.xml"/><Relationship Id="rId8" Type="http://schemas.openxmlformats.org/officeDocument/2006/relationships/slide" Target="slides/slide12.xml"/><Relationship Id="rId9" Type="http://schemas.openxmlformats.org/officeDocument/2006/relationships/slide" Target="slides/slide13.xml"/><Relationship Id="rId10" Type="http://schemas.openxmlformats.org/officeDocument/2006/relationships/slide" Target="slides/slide14.xml"/><Relationship Id="rId11" Type="http://schemas.openxmlformats.org/officeDocument/2006/relationships/slide" Target="slides/slide6.xml"/><Relationship Id="rId12" Type="http://schemas.openxmlformats.org/officeDocument/2006/relationships/slide" Target="slides/slide5.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6/11/relationships/changesInfo" Target="changesInfos/changesInfo1.xml"/><Relationship Id="rId18" Type="http://schemas.microsoft.com/office/2015/10/relationships/revisionInfo" Target="revisionInfo.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HILA SRIPRIYADARSHINI GOLLAMUDI" userId="00af1cf9-a92c-4f6a-b084-474dadecd5fc" providerId="ADAL" clId="{FBE8AF5E-7E9E-49EF-820F-33C0432B034B}"/>
    <pc:docChg chg="modSld">
      <pc:chgData name="AKHILA SRIPRIYADARSHINI GOLLAMUDI" userId="00af1cf9-a92c-4f6a-b084-474dadecd5fc" providerId="ADAL" clId="{FBE8AF5E-7E9E-49EF-820F-33C0432B034B}" dt="2026-04-28T07:10:20.642" v="20" actId="20577"/>
      <pc:docMkLst>
        <pc:docMk/>
      </pc:docMkLst>
      <pc:sldChg chg="modSp mod">
        <pc:chgData name="AKHILA SRIPRIYADARSHINI GOLLAMUDI" userId="00af1cf9-a92c-4f6a-b084-474dadecd5fc" providerId="ADAL" clId="{FBE8AF5E-7E9E-49EF-820F-33C0432B034B}" dt="2026-04-28T07:10:20.642" v="20" actId="20577"/>
        <pc:sldMkLst>
          <pc:docMk/>
          <pc:sldMk cId="2587805022" sldId="256"/>
        </pc:sldMkLst>
        <pc:spChg chg="mod">
          <ac:chgData name="AKHILA SRIPRIYADARSHINI GOLLAMUDI" userId="00af1cf9-a92c-4f6a-b084-474dadecd5fc" providerId="ADAL" clId="{FBE8AF5E-7E9E-49EF-820F-33C0432B034B}" dt="2026-04-28T07:09:36.905" v="0"/>
          <ac:spMkLst>
            <pc:docMk/>
            <pc:sldMk cId="2587805022" sldId="256"/>
            <ac:spMk id="2" creationId="{FA334A09-6C90-A269-8C57-5C39DEC867A1}"/>
          </ac:spMkLst>
        </pc:spChg>
        <pc:spChg chg="mod">
          <ac:chgData name="AKHILA SRIPRIYADARSHINI GOLLAMUDI" userId="00af1cf9-a92c-4f6a-b084-474dadecd5fc" providerId="ADAL" clId="{FBE8AF5E-7E9E-49EF-820F-33C0432B034B}" dt="2026-04-28T07:10:20.642" v="20" actId="20577"/>
          <ac:spMkLst>
            <pc:docMk/>
            <pc:sldMk cId="2587805022" sldId="256"/>
            <ac:spMk id="3" creationId="{A592CEB3-446D-D770-1D4E-FA1FC3636278}"/>
          </ac:spMkLst>
        </pc:spChg>
      </pc:sldChg>
    </pc:docChg>
  </pc:docChgLst>
  <pc:docChgLst>
    <pc:chgData name="YAQIAO CHI" userId="S::102216731@student.swin.edu.au::959379fb-8566-4cbe-98b5-03c8005ac9a2" providerId="AD" clId="Web-{6C37C435-6E60-AC43-4380-D55A13E256E6}"/>
    <pc:docChg chg="addSld delSld modSld">
      <pc:chgData name="YAQIAO CHI" userId="S::102216731@student.swin.edu.au::959379fb-8566-4cbe-98b5-03c8005ac9a2" providerId="AD" clId="Web-{6C37C435-6E60-AC43-4380-D55A13E256E6}" dt="2026-05-09T00:49:02.441" v="1250" actId="14100"/>
      <pc:docMkLst>
        <pc:docMk/>
      </pc:docMkLst>
      <pc:sldChg chg="modSp">
        <pc:chgData name="YAQIAO CHI" userId="S::102216731@student.swin.edu.au::959379fb-8566-4cbe-98b5-03c8005ac9a2" providerId="AD" clId="Web-{6C37C435-6E60-AC43-4380-D55A13E256E6}" dt="2026-05-08T23:44:39.812" v="907" actId="1076"/>
        <pc:sldMkLst>
          <pc:docMk/>
          <pc:sldMk cId="2114892224" sldId="257"/>
        </pc:sldMkLst>
        <pc:spChg chg="mod">
          <ac:chgData name="YAQIAO CHI" userId="S::102216731@student.swin.edu.au::959379fb-8566-4cbe-98b5-03c8005ac9a2" providerId="AD" clId="Web-{6C37C435-6E60-AC43-4380-D55A13E256E6}" dt="2026-05-08T23:44:39.812" v="907" actId="1076"/>
          <ac:spMkLst>
            <pc:docMk/>
            <pc:sldMk cId="2114892224" sldId="257"/>
            <ac:spMk id="2" creationId="{546A8E2E-1674-B759-3752-59F1204A9239}"/>
          </ac:spMkLst>
        </pc:spChg>
        <pc:spChg chg="mod">
          <ac:chgData name="YAQIAO CHI" userId="S::102216731@student.swin.edu.au::959379fb-8566-4cbe-98b5-03c8005ac9a2" providerId="AD" clId="Web-{6C37C435-6E60-AC43-4380-D55A13E256E6}" dt="2026-05-08T23:05:27.023" v="410" actId="1076"/>
          <ac:spMkLst>
            <pc:docMk/>
            <pc:sldMk cId="2114892224" sldId="257"/>
            <ac:spMk id="3" creationId="{463CDA45-1C69-F24B-97D4-E272AA65EBD7}"/>
          </ac:spMkLst>
        </pc:spChg>
      </pc:sldChg>
      <pc:sldChg chg="modSp">
        <pc:chgData name="YAQIAO CHI" userId="S::102216731@student.swin.edu.au::959379fb-8566-4cbe-98b5-03c8005ac9a2" providerId="AD" clId="Web-{6C37C435-6E60-AC43-4380-D55A13E256E6}" dt="2026-05-08T23:43:47.858" v="900" actId="1076"/>
        <pc:sldMkLst>
          <pc:docMk/>
          <pc:sldMk cId="2562415210" sldId="258"/>
        </pc:sldMkLst>
        <pc:spChg chg="mod">
          <ac:chgData name="YAQIAO CHI" userId="S::102216731@student.swin.edu.au::959379fb-8566-4cbe-98b5-03c8005ac9a2" providerId="AD" clId="Web-{6C37C435-6E60-AC43-4380-D55A13E256E6}" dt="2026-05-08T23:43:47.858" v="900" actId="1076"/>
          <ac:spMkLst>
            <pc:docMk/>
            <pc:sldMk cId="2562415210" sldId="258"/>
            <ac:spMk id="2" creationId="{B60B45ED-72D5-356E-F566-AFFC8AA8C49C}"/>
          </ac:spMkLst>
        </pc:spChg>
        <pc:spChg chg="mod">
          <ac:chgData name="YAQIAO CHI" userId="S::102216731@student.swin.edu.au::959379fb-8566-4cbe-98b5-03c8005ac9a2" providerId="AD" clId="Web-{6C37C435-6E60-AC43-4380-D55A13E256E6}" dt="2026-05-08T23:29:53.469" v="546" actId="1076"/>
          <ac:spMkLst>
            <pc:docMk/>
            <pc:sldMk cId="2562415210" sldId="258"/>
            <ac:spMk id="3" creationId="{36D85C61-EDA5-1E14-DAEA-B327B8A004E6}"/>
          </ac:spMkLst>
        </pc:spChg>
      </pc:sldChg>
      <pc:sldChg chg="modSp">
        <pc:chgData name="YAQIAO CHI" userId="S::102216731@student.swin.edu.au::959379fb-8566-4cbe-98b5-03c8005ac9a2" providerId="AD" clId="Web-{6C37C435-6E60-AC43-4380-D55A13E256E6}" dt="2026-05-08T23:43:35.482" v="899" actId="1076"/>
        <pc:sldMkLst>
          <pc:docMk/>
          <pc:sldMk cId="1695879473" sldId="259"/>
        </pc:sldMkLst>
        <pc:spChg chg="mod">
          <ac:chgData name="YAQIAO CHI" userId="S::102216731@student.swin.edu.au::959379fb-8566-4cbe-98b5-03c8005ac9a2" providerId="AD" clId="Web-{6C37C435-6E60-AC43-4380-D55A13E256E6}" dt="2026-05-08T23:43:32.467" v="898" actId="1076"/>
          <ac:spMkLst>
            <pc:docMk/>
            <pc:sldMk cId="1695879473" sldId="259"/>
            <ac:spMk id="2" creationId="{48CAC2CF-26F8-D347-8DC3-0CD1FC171FC2}"/>
          </ac:spMkLst>
        </pc:spChg>
        <pc:spChg chg="mod">
          <ac:chgData name="YAQIAO CHI" userId="S::102216731@student.swin.edu.au::959379fb-8566-4cbe-98b5-03c8005ac9a2" providerId="AD" clId="Web-{6C37C435-6E60-AC43-4380-D55A13E256E6}" dt="2026-05-08T23:43:35.482" v="899" actId="1076"/>
          <ac:spMkLst>
            <pc:docMk/>
            <pc:sldMk cId="1695879473" sldId="259"/>
            <ac:spMk id="3" creationId="{C39E53D9-DAEF-BB78-F51A-8FB8B82AF1AF}"/>
          </ac:spMkLst>
        </pc:spChg>
      </pc:sldChg>
      <pc:sldChg chg="addSp delSp modSp">
        <pc:chgData name="YAQIAO CHI" userId="S::102216731@student.swin.edu.au::959379fb-8566-4cbe-98b5-03c8005ac9a2" providerId="AD" clId="Web-{6C37C435-6E60-AC43-4380-D55A13E256E6}" dt="2026-05-08T23:40:11.399" v="837"/>
        <pc:sldMkLst>
          <pc:docMk/>
          <pc:sldMk cId="3580746127" sldId="260"/>
        </pc:sldMkLst>
        <pc:spChg chg="mod">
          <ac:chgData name="YAQIAO CHI" userId="S::102216731@student.swin.edu.au::959379fb-8566-4cbe-98b5-03c8005ac9a2" providerId="AD" clId="Web-{6C37C435-6E60-AC43-4380-D55A13E256E6}" dt="2026-05-08T23:34:28.868" v="616" actId="1076"/>
          <ac:spMkLst>
            <pc:docMk/>
            <pc:sldMk cId="3580746127" sldId="260"/>
            <ac:spMk id="2" creationId="{03BC28A2-61B7-6FD5-612C-E5CC926227C6}"/>
          </ac:spMkLst>
        </pc:spChg>
        <pc:spChg chg="del mod">
          <ac:chgData name="YAQIAO CHI" userId="S::102216731@student.swin.edu.au::959379fb-8566-4cbe-98b5-03c8005ac9a2" providerId="AD" clId="Web-{6C37C435-6E60-AC43-4380-D55A13E256E6}" dt="2026-05-08T23:31:25.803" v="560"/>
          <ac:spMkLst>
            <pc:docMk/>
            <pc:sldMk cId="3580746127" sldId="260"/>
            <ac:spMk id="3" creationId="{9FC3B7C3-8635-212C-CD54-57D89A5144DA}"/>
          </ac:spMkLst>
        </pc:spChg>
        <pc:spChg chg="add del mod">
          <ac:chgData name="YAQIAO CHI" userId="S::102216731@student.swin.edu.au::959379fb-8566-4cbe-98b5-03c8005ac9a2" providerId="AD" clId="Web-{6C37C435-6E60-AC43-4380-D55A13E256E6}" dt="2026-05-08T23:32:19.622" v="566"/>
          <ac:spMkLst>
            <pc:docMk/>
            <pc:sldMk cId="3580746127" sldId="260"/>
            <ac:spMk id="6" creationId="{1E513BE9-E38B-59B5-3422-8E05F98EC702}"/>
          </ac:spMkLst>
        </pc:spChg>
        <pc:graphicFrameChg chg="add del mod ord modGraphic">
          <ac:chgData name="YAQIAO CHI" userId="S::102216731@student.swin.edu.au::959379fb-8566-4cbe-98b5-03c8005ac9a2" providerId="AD" clId="Web-{6C37C435-6E60-AC43-4380-D55A13E256E6}" dt="2026-05-08T23:32:00.620" v="565"/>
          <ac:graphicFrameMkLst>
            <pc:docMk/>
            <pc:sldMk cId="3580746127" sldId="260"/>
            <ac:graphicFrameMk id="4" creationId="{E4E2E9AC-DB5A-E04C-BC21-D15DDAA490A7}"/>
          </ac:graphicFrameMkLst>
        </pc:graphicFrameChg>
        <pc:graphicFrameChg chg="add mod ord modGraphic">
          <ac:chgData name="YAQIAO CHI" userId="S::102216731@student.swin.edu.au::959379fb-8566-4cbe-98b5-03c8005ac9a2" providerId="AD" clId="Web-{6C37C435-6E60-AC43-4380-D55A13E256E6}" dt="2026-05-08T23:40:11.399" v="837"/>
          <ac:graphicFrameMkLst>
            <pc:docMk/>
            <pc:sldMk cId="3580746127" sldId="260"/>
            <ac:graphicFrameMk id="7" creationId="{E41A41FE-0644-760F-5989-943920D315B4}"/>
          </ac:graphicFrameMkLst>
        </pc:graphicFrameChg>
      </pc:sldChg>
      <pc:sldChg chg="addSp delSp modSp">
        <pc:chgData name="YAQIAO CHI" userId="S::102216731@student.swin.edu.au::959379fb-8566-4cbe-98b5-03c8005ac9a2" providerId="AD" clId="Web-{6C37C435-6E60-AC43-4380-D55A13E256E6}" dt="2026-05-08T23:48:37.883" v="919" actId="1076"/>
        <pc:sldMkLst>
          <pc:docMk/>
          <pc:sldMk cId="2995347733" sldId="261"/>
        </pc:sldMkLst>
        <pc:spChg chg="mod">
          <ac:chgData name="YAQIAO CHI" userId="S::102216731@student.swin.edu.au::959379fb-8566-4cbe-98b5-03c8005ac9a2" providerId="AD" clId="Web-{6C37C435-6E60-AC43-4380-D55A13E256E6}" dt="2026-05-08T23:47:29.908" v="916" actId="20577"/>
          <ac:spMkLst>
            <pc:docMk/>
            <pc:sldMk cId="2995347733" sldId="261"/>
            <ac:spMk id="2" creationId="{30B74CC2-B80D-7427-2C23-220E7F488AE0}"/>
          </ac:spMkLst>
        </pc:spChg>
        <pc:spChg chg="del">
          <ac:chgData name="YAQIAO CHI" userId="S::102216731@student.swin.edu.au::959379fb-8566-4cbe-98b5-03c8005ac9a2" providerId="AD" clId="Web-{6C37C435-6E60-AC43-4380-D55A13E256E6}" dt="2026-05-08T23:48:08.708" v="917"/>
          <ac:spMkLst>
            <pc:docMk/>
            <pc:sldMk cId="2995347733" sldId="261"/>
            <ac:spMk id="3" creationId="{6AE35D4E-7392-95A1-386D-6B2FA1A772B2}"/>
          </ac:spMkLst>
        </pc:spChg>
        <pc:picChg chg="add mod">
          <ac:chgData name="YAQIAO CHI" userId="S::102216731@student.swin.edu.au::959379fb-8566-4cbe-98b5-03c8005ac9a2" providerId="AD" clId="Web-{6C37C435-6E60-AC43-4380-D55A13E256E6}" dt="2026-05-08T23:48:37.883" v="919" actId="1076"/>
          <ac:picMkLst>
            <pc:docMk/>
            <pc:sldMk cId="2995347733" sldId="261"/>
            <ac:picMk id="7" creationId="{C53D7BFE-1B61-BAE6-C3D1-BFE4D9013303}"/>
          </ac:picMkLst>
        </pc:picChg>
      </pc:sldChg>
      <pc:sldChg chg="addSp delSp modSp">
        <pc:chgData name="YAQIAO CHI" userId="S::102216731@student.swin.edu.au::959379fb-8566-4cbe-98b5-03c8005ac9a2" providerId="AD" clId="Web-{6C37C435-6E60-AC43-4380-D55A13E256E6}" dt="2026-05-09T00:23:45.160" v="1034" actId="1076"/>
        <pc:sldMkLst>
          <pc:docMk/>
          <pc:sldMk cId="1748362500" sldId="262"/>
        </pc:sldMkLst>
        <pc:spChg chg="mod">
          <ac:chgData name="YAQIAO CHI" userId="S::102216731@student.swin.edu.au::959379fb-8566-4cbe-98b5-03c8005ac9a2" providerId="AD" clId="Web-{6C37C435-6E60-AC43-4380-D55A13E256E6}" dt="2026-05-09T00:18:08.889" v="963" actId="20577"/>
          <ac:spMkLst>
            <pc:docMk/>
            <pc:sldMk cId="1748362500" sldId="262"/>
            <ac:spMk id="2" creationId="{846EFAC0-B620-0935-2226-05FE8A749148}"/>
          </ac:spMkLst>
        </pc:spChg>
        <pc:spChg chg="del mod">
          <ac:chgData name="YAQIAO CHI" userId="S::102216731@student.swin.edu.au::959379fb-8566-4cbe-98b5-03c8005ac9a2" providerId="AD" clId="Web-{6C37C435-6E60-AC43-4380-D55A13E256E6}" dt="2026-05-09T00:18:30.702" v="965"/>
          <ac:spMkLst>
            <pc:docMk/>
            <pc:sldMk cId="1748362500" sldId="262"/>
            <ac:spMk id="3" creationId="{1FA4E1F9-5707-F96C-115A-65DE322A5743}"/>
          </ac:spMkLst>
        </pc:spChg>
        <pc:spChg chg="add mod">
          <ac:chgData name="YAQIAO CHI" userId="S::102216731@student.swin.edu.au::959379fb-8566-4cbe-98b5-03c8005ac9a2" providerId="AD" clId="Web-{6C37C435-6E60-AC43-4380-D55A13E256E6}" dt="2026-05-09T00:23:45.160" v="1034" actId="1076"/>
          <ac:spMkLst>
            <pc:docMk/>
            <pc:sldMk cId="1748362500" sldId="262"/>
            <ac:spMk id="8" creationId="{8CC616F7-7E4C-E346-96A6-A8FB78A6EA09}"/>
          </ac:spMkLst>
        </pc:spChg>
        <pc:picChg chg="add mod ord">
          <ac:chgData name="YAQIAO CHI" userId="S::102216731@student.swin.edu.au::959379fb-8566-4cbe-98b5-03c8005ac9a2" providerId="AD" clId="Web-{6C37C435-6E60-AC43-4380-D55A13E256E6}" dt="2026-05-09T00:18:46.582" v="968" actId="14100"/>
          <ac:picMkLst>
            <pc:docMk/>
            <pc:sldMk cId="1748362500" sldId="262"/>
            <ac:picMk id="7" creationId="{BB3191E9-F7D9-5661-F5C6-CBBA3E5D1C36}"/>
          </ac:picMkLst>
        </pc:picChg>
      </pc:sldChg>
      <pc:sldChg chg="modSp">
        <pc:chgData name="YAQIAO CHI" userId="S::102216731@student.swin.edu.au::959379fb-8566-4cbe-98b5-03c8005ac9a2" providerId="AD" clId="Web-{6C37C435-6E60-AC43-4380-D55A13E256E6}" dt="2026-05-09T00:29:28.420" v="1136" actId="1076"/>
        <pc:sldMkLst>
          <pc:docMk/>
          <pc:sldMk cId="1343419693" sldId="263"/>
        </pc:sldMkLst>
        <pc:spChg chg="mod">
          <ac:chgData name="YAQIAO CHI" userId="S::102216731@student.swin.edu.au::959379fb-8566-4cbe-98b5-03c8005ac9a2" providerId="AD" clId="Web-{6C37C435-6E60-AC43-4380-D55A13E256E6}" dt="2026-05-09T00:26:23.610" v="1043" actId="1076"/>
          <ac:spMkLst>
            <pc:docMk/>
            <pc:sldMk cId="1343419693" sldId="263"/>
            <ac:spMk id="2" creationId="{2FD75603-6AAC-B6F4-6C48-B930FC947CE2}"/>
          </ac:spMkLst>
        </pc:spChg>
        <pc:spChg chg="mod">
          <ac:chgData name="YAQIAO CHI" userId="S::102216731@student.swin.edu.au::959379fb-8566-4cbe-98b5-03c8005ac9a2" providerId="AD" clId="Web-{6C37C435-6E60-AC43-4380-D55A13E256E6}" dt="2026-05-09T00:29:28.420" v="1136" actId="1076"/>
          <ac:spMkLst>
            <pc:docMk/>
            <pc:sldMk cId="1343419693" sldId="263"/>
            <ac:spMk id="3" creationId="{2C8E4D72-9DA0-EDE5-2774-5CB178D2BA7F}"/>
          </ac:spMkLst>
        </pc:spChg>
      </pc:sldChg>
      <pc:sldChg chg="modSp del">
        <pc:chgData name="YAQIAO CHI" userId="S::102216731@student.swin.edu.au::959379fb-8566-4cbe-98b5-03c8005ac9a2" providerId="AD" clId="Web-{6C37C435-6E60-AC43-4380-D55A13E256E6}" dt="2026-05-09T00:45:35.653" v="1151"/>
        <pc:sldMkLst>
          <pc:docMk/>
          <pc:sldMk cId="356519744" sldId="264"/>
        </pc:sldMkLst>
        <pc:spChg chg="mod">
          <ac:chgData name="YAQIAO CHI" userId="S::102216731@student.swin.edu.au::959379fb-8566-4cbe-98b5-03c8005ac9a2" providerId="AD" clId="Web-{6C37C435-6E60-AC43-4380-D55A13E256E6}" dt="2026-05-09T00:45:20.887" v="1149" actId="1076"/>
          <ac:spMkLst>
            <pc:docMk/>
            <pc:sldMk cId="356519744" sldId="264"/>
            <ac:spMk id="2" creationId="{A4828B79-4606-DF36-C1DD-18BCD622D06C}"/>
          </ac:spMkLst>
        </pc:spChg>
        <pc:spChg chg="mod">
          <ac:chgData name="YAQIAO CHI" userId="S::102216731@student.swin.edu.au::959379fb-8566-4cbe-98b5-03c8005ac9a2" providerId="AD" clId="Web-{6C37C435-6E60-AC43-4380-D55A13E256E6}" dt="2026-05-09T00:25:20.762" v="1036" actId="20577"/>
          <ac:spMkLst>
            <pc:docMk/>
            <pc:sldMk cId="356519744" sldId="264"/>
            <ac:spMk id="3" creationId="{886110A0-2A6C-1C4C-B1D5-F26E0E63344A}"/>
          </ac:spMkLst>
        </pc:spChg>
      </pc:sldChg>
      <pc:sldChg chg="del">
        <pc:chgData name="YAQIAO CHI" userId="S::102216731@student.swin.edu.au::959379fb-8566-4cbe-98b5-03c8005ac9a2" providerId="AD" clId="Web-{6C37C435-6E60-AC43-4380-D55A13E256E6}" dt="2026-05-09T00:38:25.626" v="1137"/>
        <pc:sldMkLst>
          <pc:docMk/>
          <pc:sldMk cId="3128161407" sldId="265"/>
        </pc:sldMkLst>
      </pc:sldChg>
      <pc:sldChg chg="modSp">
        <pc:chgData name="YAQIAO CHI" userId="S::102216731@student.swin.edu.au::959379fb-8566-4cbe-98b5-03c8005ac9a2" providerId="AD" clId="Web-{6C37C435-6E60-AC43-4380-D55A13E256E6}" dt="2026-05-09T00:49:02.441" v="1250" actId="14100"/>
        <pc:sldMkLst>
          <pc:docMk/>
          <pc:sldMk cId="2091905281" sldId="266"/>
        </pc:sldMkLst>
        <pc:spChg chg="mod">
          <ac:chgData name="YAQIAO CHI" userId="S::102216731@student.swin.edu.au::959379fb-8566-4cbe-98b5-03c8005ac9a2" providerId="AD" clId="Web-{6C37C435-6E60-AC43-4380-D55A13E256E6}" dt="2026-05-09T00:49:02.441" v="1250" actId="14100"/>
          <ac:spMkLst>
            <pc:docMk/>
            <pc:sldMk cId="2091905281" sldId="266"/>
            <ac:spMk id="3" creationId="{B968056B-456C-E569-FA85-0B03166412FA}"/>
          </ac:spMkLst>
        </pc:spChg>
      </pc:sldChg>
      <pc:sldChg chg="modSp">
        <pc:chgData name="YAQIAO CHI" userId="S::102216731@student.swin.edu.au::959379fb-8566-4cbe-98b5-03c8005ac9a2" providerId="AD" clId="Web-{6C37C435-6E60-AC43-4380-D55A13E256E6}" dt="2026-05-08T23:44:15.827" v="904" actId="1076"/>
        <pc:sldMkLst>
          <pc:docMk/>
          <pc:sldMk cId="1826732644" sldId="267"/>
        </pc:sldMkLst>
        <pc:spChg chg="mod">
          <ac:chgData name="YAQIAO CHI" userId="S::102216731@student.swin.edu.au::959379fb-8566-4cbe-98b5-03c8005ac9a2" providerId="AD" clId="Web-{6C37C435-6E60-AC43-4380-D55A13E256E6}" dt="2026-05-08T23:44:15.827" v="904" actId="1076"/>
          <ac:spMkLst>
            <pc:docMk/>
            <pc:sldMk cId="1826732644" sldId="267"/>
            <ac:spMk id="2" creationId="{AD8E8552-66F1-3A89-A8AE-6D43658D40AB}"/>
          </ac:spMkLst>
        </pc:spChg>
        <pc:spChg chg="mod">
          <ac:chgData name="YAQIAO CHI" userId="S::102216731@student.swin.edu.au::959379fb-8566-4cbe-98b5-03c8005ac9a2" providerId="AD" clId="Web-{6C37C435-6E60-AC43-4380-D55A13E256E6}" dt="2026-05-08T23:29:23.625" v="543" actId="1076"/>
          <ac:spMkLst>
            <pc:docMk/>
            <pc:sldMk cId="1826732644" sldId="267"/>
            <ac:spMk id="3" creationId="{D6C66DFB-F7DE-2DD1-84F5-4114F9987944}"/>
          </ac:spMkLst>
        </pc:spChg>
      </pc:sldChg>
      <pc:sldChg chg="modSp new">
        <pc:chgData name="YAQIAO CHI" userId="S::102216731@student.swin.edu.au::959379fb-8566-4cbe-98b5-03c8005ac9a2" providerId="AD" clId="Web-{6C37C435-6E60-AC43-4380-D55A13E256E6}" dt="2026-05-09T00:47:57.502" v="1229" actId="1076"/>
        <pc:sldMkLst>
          <pc:docMk/>
          <pc:sldMk cId="1285630881" sldId="268"/>
        </pc:sldMkLst>
        <pc:spChg chg="mod">
          <ac:chgData name="YAQIAO CHI" userId="S::102216731@student.swin.edu.au::959379fb-8566-4cbe-98b5-03c8005ac9a2" providerId="AD" clId="Web-{6C37C435-6E60-AC43-4380-D55A13E256E6}" dt="2026-05-09T00:46:27.827" v="1164" actId="1076"/>
          <ac:spMkLst>
            <pc:docMk/>
            <pc:sldMk cId="1285630881" sldId="268"/>
            <ac:spMk id="2" creationId="{8E69238D-2D9E-3C38-3A69-579B28F0ABD7}"/>
          </ac:spMkLst>
        </pc:spChg>
        <pc:spChg chg="mod">
          <ac:chgData name="YAQIAO CHI" userId="S::102216731@student.swin.edu.au::959379fb-8566-4cbe-98b5-03c8005ac9a2" providerId="AD" clId="Web-{6C37C435-6E60-AC43-4380-D55A13E256E6}" dt="2026-05-09T00:47:57.502" v="1229" actId="1076"/>
          <ac:spMkLst>
            <pc:docMk/>
            <pc:sldMk cId="1285630881" sldId="268"/>
            <ac:spMk id="3" creationId="{B714E9D9-8579-4E40-9FAF-1188D8A3465B}"/>
          </ac:spMkLst>
        </pc:spChg>
      </pc:sldChg>
    </pc:docChg>
  </pc:docChgLst>
  <pc:docChgLst>
    <pc:chgData name="YAQIAO CHI" userId="S::102216731@student.swin.edu.au::959379fb-8566-4cbe-98b5-03c8005ac9a2" providerId="AD" clId="Web-{F8670FBE-39E3-86AD-CBB6-88F496F59BB4}"/>
    <pc:docChg chg="addSld">
      <pc:chgData name="YAQIAO CHI" userId="S::102216731@student.swin.edu.au::959379fb-8566-4cbe-98b5-03c8005ac9a2" providerId="AD" clId="Web-{F8670FBE-39E3-86AD-CBB6-88F496F59BB4}" dt="2026-05-05T07:26:14.045" v="0"/>
      <pc:docMkLst>
        <pc:docMk/>
      </pc:docMkLst>
      <pc:sldChg chg="new">
        <pc:chgData name="YAQIAO CHI" userId="S::102216731@student.swin.edu.au::959379fb-8566-4cbe-98b5-03c8005ac9a2" providerId="AD" clId="Web-{F8670FBE-39E3-86AD-CBB6-88F496F59BB4}" dt="2026-05-05T07:26:14.045" v="0"/>
        <pc:sldMkLst>
          <pc:docMk/>
          <pc:sldMk cId="1826732644" sldId="267"/>
        </pc:sldMkLst>
      </pc:sldChg>
    </pc:docChg>
  </pc:docChgLst>
  <pc:docChgLst>
    <pc:chgData name="YAQIAO CHI" userId="S::102216731@student.swin.edu.au::959379fb-8566-4cbe-98b5-03c8005ac9a2" providerId="AD" clId="Web-{AE18FAD9-483E-5A23-01FB-5E8CAC2385A2}"/>
    <pc:docChg chg="mod addSld modSld addMainMaster delMainMaster">
      <pc:chgData name="YAQIAO CHI" userId="S::102216731@student.swin.edu.au::959379fb-8566-4cbe-98b5-03c8005ac9a2" providerId="AD" clId="Web-{AE18FAD9-483E-5A23-01FB-5E8CAC2385A2}" dt="2026-04-30T17:38:48.151" v="48"/>
      <pc:docMkLst>
        <pc:docMk/>
      </pc:docMkLst>
      <pc:sldChg chg="modSp mod modClrScheme chgLayout">
        <pc:chgData name="YAQIAO CHI" userId="S::102216731@student.swin.edu.au::959379fb-8566-4cbe-98b5-03c8005ac9a2" providerId="AD" clId="Web-{AE18FAD9-483E-5A23-01FB-5E8CAC2385A2}" dt="2026-04-30T17:38:48.151" v="48"/>
        <pc:sldMkLst>
          <pc:docMk/>
          <pc:sldMk cId="2587805022" sldId="256"/>
        </pc:sldMkLst>
        <pc:spChg chg="mod ord">
          <ac:chgData name="YAQIAO CHI" userId="S::102216731@student.swin.edu.au::959379fb-8566-4cbe-98b5-03c8005ac9a2" providerId="AD" clId="Web-{AE18FAD9-483E-5A23-01FB-5E8CAC2385A2}" dt="2026-04-30T17:38:48.151" v="48"/>
          <ac:spMkLst>
            <pc:docMk/>
            <pc:sldMk cId="2587805022" sldId="256"/>
            <ac:spMk id="2" creationId="{FA334A09-6C90-A269-8C57-5C39DEC867A1}"/>
          </ac:spMkLst>
        </pc:spChg>
        <pc:spChg chg="mod ord">
          <ac:chgData name="YAQIAO CHI" userId="S::102216731@student.swin.edu.au::959379fb-8566-4cbe-98b5-03c8005ac9a2" providerId="AD" clId="Web-{AE18FAD9-483E-5A23-01FB-5E8CAC2385A2}" dt="2026-04-30T17:38:48.151" v="48"/>
          <ac:spMkLst>
            <pc:docMk/>
            <pc:sldMk cId="2587805022" sldId="256"/>
            <ac:spMk id="3" creationId="{A592CEB3-446D-D770-1D4E-FA1FC3636278}"/>
          </ac:spMkLst>
        </pc:spChg>
      </pc:sldChg>
      <pc:sldChg chg="modSp mod modClrScheme chgLayout">
        <pc:chgData name="YAQIAO CHI" userId="S::102216731@student.swin.edu.au::959379fb-8566-4cbe-98b5-03c8005ac9a2" providerId="AD" clId="Web-{AE18FAD9-483E-5A23-01FB-5E8CAC2385A2}" dt="2026-04-30T17:38:48.151" v="48"/>
        <pc:sldMkLst>
          <pc:docMk/>
          <pc:sldMk cId="2114892224" sldId="257"/>
        </pc:sldMkLst>
        <pc:spChg chg="mod ord">
          <ac:chgData name="YAQIAO CHI" userId="S::102216731@student.swin.edu.au::959379fb-8566-4cbe-98b5-03c8005ac9a2" providerId="AD" clId="Web-{AE18FAD9-483E-5A23-01FB-5E8CAC2385A2}" dt="2026-04-30T17:38:48.151" v="48"/>
          <ac:spMkLst>
            <pc:docMk/>
            <pc:sldMk cId="2114892224" sldId="257"/>
            <ac:spMk id="2" creationId="{546A8E2E-1674-B759-3752-59F1204A9239}"/>
          </ac:spMkLst>
        </pc:spChg>
        <pc:spChg chg="mod ord">
          <ac:chgData name="YAQIAO CHI" userId="S::102216731@student.swin.edu.au::959379fb-8566-4cbe-98b5-03c8005ac9a2" providerId="AD" clId="Web-{AE18FAD9-483E-5A23-01FB-5E8CAC2385A2}" dt="2026-04-30T17:38:48.151" v="48"/>
          <ac:spMkLst>
            <pc:docMk/>
            <pc:sldMk cId="2114892224" sldId="257"/>
            <ac:spMk id="3" creationId="{463CDA45-1C69-F24B-97D4-E272AA65EBD7}"/>
          </ac:spMkLst>
        </pc:spChg>
      </pc:sldChg>
      <pc:sldChg chg="modSp mod modClrScheme chgLayout">
        <pc:chgData name="YAQIAO CHI" userId="S::102216731@student.swin.edu.au::959379fb-8566-4cbe-98b5-03c8005ac9a2" providerId="AD" clId="Web-{AE18FAD9-483E-5A23-01FB-5E8CAC2385A2}" dt="2026-04-30T17:38:48.151" v="48"/>
        <pc:sldMkLst>
          <pc:docMk/>
          <pc:sldMk cId="2562415210" sldId="258"/>
        </pc:sldMkLst>
        <pc:spChg chg="mod ord">
          <ac:chgData name="YAQIAO CHI" userId="S::102216731@student.swin.edu.au::959379fb-8566-4cbe-98b5-03c8005ac9a2" providerId="AD" clId="Web-{AE18FAD9-483E-5A23-01FB-5E8CAC2385A2}" dt="2026-04-30T17:38:48.151" v="48"/>
          <ac:spMkLst>
            <pc:docMk/>
            <pc:sldMk cId="2562415210" sldId="258"/>
            <ac:spMk id="2" creationId="{B60B45ED-72D5-356E-F566-AFFC8AA8C49C}"/>
          </ac:spMkLst>
        </pc:spChg>
        <pc:spChg chg="mod ord">
          <ac:chgData name="YAQIAO CHI" userId="S::102216731@student.swin.edu.au::959379fb-8566-4cbe-98b5-03c8005ac9a2" providerId="AD" clId="Web-{AE18FAD9-483E-5A23-01FB-5E8CAC2385A2}" dt="2026-04-30T17:38:48.151" v="48"/>
          <ac:spMkLst>
            <pc:docMk/>
            <pc:sldMk cId="2562415210" sldId="258"/>
            <ac:spMk id="3" creationId="{36D85C61-EDA5-1E14-DAEA-B327B8A004E6}"/>
          </ac:spMkLst>
        </pc:spChg>
      </pc:sldChg>
      <pc:sldChg chg="modSp mod modClrScheme chgLayout">
        <pc:chgData name="YAQIAO CHI" userId="S::102216731@student.swin.edu.au::959379fb-8566-4cbe-98b5-03c8005ac9a2" providerId="AD" clId="Web-{AE18FAD9-483E-5A23-01FB-5E8CAC2385A2}" dt="2026-04-30T17:38:48.151" v="48"/>
        <pc:sldMkLst>
          <pc:docMk/>
          <pc:sldMk cId="1695879473" sldId="259"/>
        </pc:sldMkLst>
        <pc:spChg chg="mod ord">
          <ac:chgData name="YAQIAO CHI" userId="S::102216731@student.swin.edu.au::959379fb-8566-4cbe-98b5-03c8005ac9a2" providerId="AD" clId="Web-{AE18FAD9-483E-5A23-01FB-5E8CAC2385A2}" dt="2026-04-30T17:38:48.151" v="48"/>
          <ac:spMkLst>
            <pc:docMk/>
            <pc:sldMk cId="1695879473" sldId="259"/>
            <ac:spMk id="2" creationId="{48CAC2CF-26F8-D347-8DC3-0CD1FC171FC2}"/>
          </ac:spMkLst>
        </pc:spChg>
        <pc:spChg chg="mod ord">
          <ac:chgData name="YAQIAO CHI" userId="S::102216731@student.swin.edu.au::959379fb-8566-4cbe-98b5-03c8005ac9a2" providerId="AD" clId="Web-{AE18FAD9-483E-5A23-01FB-5E8CAC2385A2}" dt="2026-04-30T17:38:48.151" v="48"/>
          <ac:spMkLst>
            <pc:docMk/>
            <pc:sldMk cId="1695879473" sldId="259"/>
            <ac:spMk id="3" creationId="{C39E53D9-DAEF-BB78-F51A-8FB8B82AF1AF}"/>
          </ac:spMkLst>
        </pc:spChg>
      </pc:sldChg>
      <pc:sldChg chg="modSp new mod modClrScheme chgLayout">
        <pc:chgData name="YAQIAO CHI" userId="S::102216731@student.swin.edu.au::959379fb-8566-4cbe-98b5-03c8005ac9a2" providerId="AD" clId="Web-{AE18FAD9-483E-5A23-01FB-5E8CAC2385A2}" dt="2026-04-30T17:38:48.151" v="48"/>
        <pc:sldMkLst>
          <pc:docMk/>
          <pc:sldMk cId="3580746127" sldId="260"/>
        </pc:sldMkLst>
        <pc:spChg chg="mod ord">
          <ac:chgData name="YAQIAO CHI" userId="S::102216731@student.swin.edu.au::959379fb-8566-4cbe-98b5-03c8005ac9a2" providerId="AD" clId="Web-{AE18FAD9-483E-5A23-01FB-5E8CAC2385A2}" dt="2026-04-30T17:38:48.151" v="48"/>
          <ac:spMkLst>
            <pc:docMk/>
            <pc:sldMk cId="3580746127" sldId="260"/>
            <ac:spMk id="2" creationId="{03BC28A2-61B7-6FD5-612C-E5CC926227C6}"/>
          </ac:spMkLst>
        </pc:spChg>
      </pc:sldChg>
    </pc:docChg>
  </pc:docChgLst>
  <pc:docChgLst>
    <pc:chgData name="YAQIAO CHI" userId="S::102216731@student.swin.edu.au::959379fb-8566-4cbe-98b5-03c8005ac9a2" providerId="AD" clId="Web-{00529C1D-B604-ED53-DA3F-B23E68752462}"/>
    <pc:docChg chg="mod addSld modSld addMainMaster delMainMaster">
      <pc:chgData name="YAQIAO CHI" userId="S::102216731@student.swin.edu.au::959379fb-8566-4cbe-98b5-03c8005ac9a2" providerId="AD" clId="Web-{00529C1D-B604-ED53-DA3F-B23E68752462}" dt="2026-04-30T18:51:32.910" v="381" actId="20577"/>
      <pc:docMkLst>
        <pc:docMk/>
      </pc:docMkLst>
      <pc:sldChg chg="modSp mod modClrScheme chgLayout">
        <pc:chgData name="YAQIAO CHI" userId="S::102216731@student.swin.edu.au::959379fb-8566-4cbe-98b5-03c8005ac9a2" providerId="AD" clId="Web-{00529C1D-B604-ED53-DA3F-B23E68752462}" dt="2026-04-30T17:44:17.669" v="29" actId="20577"/>
        <pc:sldMkLst>
          <pc:docMk/>
          <pc:sldMk cId="2587805022" sldId="256"/>
        </pc:sldMkLst>
        <pc:spChg chg="mod ord">
          <ac:chgData name="YAQIAO CHI" userId="S::102216731@student.swin.edu.au::959379fb-8566-4cbe-98b5-03c8005ac9a2" providerId="AD" clId="Web-{00529C1D-B604-ED53-DA3F-B23E68752462}" dt="2026-04-30T17:43:19.714" v="27" actId="20577"/>
          <ac:spMkLst>
            <pc:docMk/>
            <pc:sldMk cId="2587805022" sldId="256"/>
            <ac:spMk id="2" creationId="{FA334A09-6C90-A269-8C57-5C39DEC867A1}"/>
          </ac:spMkLst>
        </pc:spChg>
        <pc:spChg chg="mod ord">
          <ac:chgData name="YAQIAO CHI" userId="S::102216731@student.swin.edu.au::959379fb-8566-4cbe-98b5-03c8005ac9a2" providerId="AD" clId="Web-{00529C1D-B604-ED53-DA3F-B23E68752462}" dt="2026-04-30T17:44:17.669" v="29" actId="20577"/>
          <ac:spMkLst>
            <pc:docMk/>
            <pc:sldMk cId="2587805022" sldId="256"/>
            <ac:spMk id="3" creationId="{A592CEB3-446D-D770-1D4E-FA1FC3636278}"/>
          </ac:spMkLst>
        </pc:spChg>
      </pc:sldChg>
      <pc:sldChg chg="modSp mod modClrScheme chgLayout">
        <pc:chgData name="YAQIAO CHI" userId="S::102216731@student.swin.edu.au::959379fb-8566-4cbe-98b5-03c8005ac9a2" providerId="AD" clId="Web-{00529C1D-B604-ED53-DA3F-B23E68752462}" dt="2026-04-30T18:21:15.011" v="42" actId="20577"/>
        <pc:sldMkLst>
          <pc:docMk/>
          <pc:sldMk cId="2114892224" sldId="257"/>
        </pc:sldMkLst>
        <pc:spChg chg="mod ord">
          <ac:chgData name="YAQIAO CHI" userId="S::102216731@student.swin.edu.au::959379fb-8566-4cbe-98b5-03c8005ac9a2" providerId="AD" clId="Web-{00529C1D-B604-ED53-DA3F-B23E68752462}" dt="2026-04-30T18:21:15.011" v="42" actId="20577"/>
          <ac:spMkLst>
            <pc:docMk/>
            <pc:sldMk cId="2114892224" sldId="257"/>
            <ac:spMk id="2" creationId="{546A8E2E-1674-B759-3752-59F1204A9239}"/>
          </ac:spMkLst>
        </pc:spChg>
        <pc:spChg chg="mod ord">
          <ac:chgData name="YAQIAO CHI" userId="S::102216731@student.swin.edu.au::959379fb-8566-4cbe-98b5-03c8005ac9a2" providerId="AD" clId="Web-{00529C1D-B604-ED53-DA3F-B23E68752462}" dt="2026-04-30T17:44:49.591" v="35" actId="20577"/>
          <ac:spMkLst>
            <pc:docMk/>
            <pc:sldMk cId="2114892224" sldId="257"/>
            <ac:spMk id="3" creationId="{463CDA45-1C69-F24B-97D4-E272AA65EBD7}"/>
          </ac:spMkLst>
        </pc:spChg>
      </pc:sldChg>
      <pc:sldChg chg="modSp mod modClrScheme chgLayout">
        <pc:chgData name="YAQIAO CHI" userId="S::102216731@student.swin.edu.au::959379fb-8566-4cbe-98b5-03c8005ac9a2" providerId="AD" clId="Web-{00529C1D-B604-ED53-DA3F-B23E68752462}" dt="2026-04-30T18:21:33.512" v="44" actId="20577"/>
        <pc:sldMkLst>
          <pc:docMk/>
          <pc:sldMk cId="2562415210" sldId="258"/>
        </pc:sldMkLst>
        <pc:spChg chg="mod ord">
          <ac:chgData name="YAQIAO CHI" userId="S::102216731@student.swin.edu.au::959379fb-8566-4cbe-98b5-03c8005ac9a2" providerId="AD" clId="Web-{00529C1D-B604-ED53-DA3F-B23E68752462}" dt="2026-04-30T18:21:33.512" v="44" actId="20577"/>
          <ac:spMkLst>
            <pc:docMk/>
            <pc:sldMk cId="2562415210" sldId="258"/>
            <ac:spMk id="2" creationId="{B60B45ED-72D5-356E-F566-AFFC8AA8C49C}"/>
          </ac:spMkLst>
        </pc:spChg>
        <pc:spChg chg="mod ord">
          <ac:chgData name="YAQIAO CHI" userId="S::102216731@student.swin.edu.au::959379fb-8566-4cbe-98b5-03c8005ac9a2" providerId="AD" clId="Web-{00529C1D-B604-ED53-DA3F-B23E68752462}" dt="2026-04-30T17:42:24.525" v="24"/>
          <ac:spMkLst>
            <pc:docMk/>
            <pc:sldMk cId="2562415210" sldId="258"/>
            <ac:spMk id="3" creationId="{36D85C61-EDA5-1E14-DAEA-B327B8A004E6}"/>
          </ac:spMkLst>
        </pc:spChg>
      </pc:sldChg>
      <pc:sldChg chg="modSp mod modClrScheme chgLayout">
        <pc:chgData name="YAQIAO CHI" userId="S::102216731@student.swin.edu.au::959379fb-8566-4cbe-98b5-03c8005ac9a2" providerId="AD" clId="Web-{00529C1D-B604-ED53-DA3F-B23E68752462}" dt="2026-04-30T18:46:57.265" v="306" actId="20577"/>
        <pc:sldMkLst>
          <pc:docMk/>
          <pc:sldMk cId="1695879473" sldId="259"/>
        </pc:sldMkLst>
        <pc:spChg chg="mod ord">
          <ac:chgData name="YAQIAO CHI" userId="S::102216731@student.swin.edu.au::959379fb-8566-4cbe-98b5-03c8005ac9a2" providerId="AD" clId="Web-{00529C1D-B604-ED53-DA3F-B23E68752462}" dt="2026-04-30T18:32:49.260" v="66" actId="20577"/>
          <ac:spMkLst>
            <pc:docMk/>
            <pc:sldMk cId="1695879473" sldId="259"/>
            <ac:spMk id="2" creationId="{48CAC2CF-26F8-D347-8DC3-0CD1FC171FC2}"/>
          </ac:spMkLst>
        </pc:spChg>
        <pc:spChg chg="mod ord">
          <ac:chgData name="YAQIAO CHI" userId="S::102216731@student.swin.edu.au::959379fb-8566-4cbe-98b5-03c8005ac9a2" providerId="AD" clId="Web-{00529C1D-B604-ED53-DA3F-B23E68752462}" dt="2026-04-30T18:46:57.265" v="306" actId="20577"/>
          <ac:spMkLst>
            <pc:docMk/>
            <pc:sldMk cId="1695879473" sldId="259"/>
            <ac:spMk id="3" creationId="{C39E53D9-DAEF-BB78-F51A-8FB8B82AF1AF}"/>
          </ac:spMkLst>
        </pc:spChg>
      </pc:sldChg>
      <pc:sldChg chg="modSp mod modClrScheme chgLayout">
        <pc:chgData name="YAQIAO CHI" userId="S::102216731@student.swin.edu.au::959379fb-8566-4cbe-98b5-03c8005ac9a2" providerId="AD" clId="Web-{00529C1D-B604-ED53-DA3F-B23E68752462}" dt="2026-04-30T18:46:45.312" v="304" actId="20577"/>
        <pc:sldMkLst>
          <pc:docMk/>
          <pc:sldMk cId="3580746127" sldId="260"/>
        </pc:sldMkLst>
        <pc:spChg chg="mod ord">
          <ac:chgData name="YAQIAO CHI" userId="S::102216731@student.swin.edu.au::959379fb-8566-4cbe-98b5-03c8005ac9a2" providerId="AD" clId="Web-{00529C1D-B604-ED53-DA3F-B23E68752462}" dt="2026-04-30T18:22:40.452" v="52" actId="20577"/>
          <ac:spMkLst>
            <pc:docMk/>
            <pc:sldMk cId="3580746127" sldId="260"/>
            <ac:spMk id="2" creationId="{03BC28A2-61B7-6FD5-612C-E5CC926227C6}"/>
          </ac:spMkLst>
        </pc:spChg>
      </pc:sldChg>
      <pc:sldChg chg="modSp new mod modClrScheme chgLayout">
        <pc:chgData name="YAQIAO CHI" userId="S::102216731@student.swin.edu.au::959379fb-8566-4cbe-98b5-03c8005ac9a2" providerId="AD" clId="Web-{00529C1D-B604-ED53-DA3F-B23E68752462}" dt="2026-04-30T18:46:33.827" v="303" actId="20577"/>
        <pc:sldMkLst>
          <pc:docMk/>
          <pc:sldMk cId="2995347733" sldId="261"/>
        </pc:sldMkLst>
        <pc:spChg chg="mod ord">
          <ac:chgData name="YAQIAO CHI" userId="S::102216731@student.swin.edu.au::959379fb-8566-4cbe-98b5-03c8005ac9a2" providerId="AD" clId="Web-{00529C1D-B604-ED53-DA3F-B23E68752462}" dt="2026-04-30T18:46:33.827" v="303" actId="20577"/>
          <ac:spMkLst>
            <pc:docMk/>
            <pc:sldMk cId="2995347733" sldId="261"/>
            <ac:spMk id="2" creationId="{30B74CC2-B80D-7427-2C23-220E7F488AE0}"/>
          </ac:spMkLst>
        </pc:spChg>
        <pc:spChg chg="mod ord">
          <ac:chgData name="YAQIAO CHI" userId="S::102216731@student.swin.edu.au::959379fb-8566-4cbe-98b5-03c8005ac9a2" providerId="AD" clId="Web-{00529C1D-B604-ED53-DA3F-B23E68752462}" dt="2026-04-30T17:42:24.525" v="24"/>
          <ac:spMkLst>
            <pc:docMk/>
            <pc:sldMk cId="2995347733" sldId="261"/>
            <ac:spMk id="4" creationId="{028305F6-9DE6-AC0E-68A6-F2AE16A7BF94}"/>
          </ac:spMkLst>
        </pc:spChg>
        <pc:spChg chg="mod ord">
          <ac:chgData name="YAQIAO CHI" userId="S::102216731@student.swin.edu.au::959379fb-8566-4cbe-98b5-03c8005ac9a2" providerId="AD" clId="Web-{00529C1D-B604-ED53-DA3F-B23E68752462}" dt="2026-04-30T17:42:24.525" v="24"/>
          <ac:spMkLst>
            <pc:docMk/>
            <pc:sldMk cId="2995347733" sldId="261"/>
            <ac:spMk id="5" creationId="{91C8DBDB-63EF-F1F3-76C9-DBFC17ECD60C}"/>
          </ac:spMkLst>
        </pc:spChg>
        <pc:spChg chg="mod ord">
          <ac:chgData name="YAQIAO CHI" userId="S::102216731@student.swin.edu.au::959379fb-8566-4cbe-98b5-03c8005ac9a2" providerId="AD" clId="Web-{00529C1D-B604-ED53-DA3F-B23E68752462}" dt="2026-04-30T17:42:24.525" v="24"/>
          <ac:spMkLst>
            <pc:docMk/>
            <pc:sldMk cId="2995347733" sldId="261"/>
            <ac:spMk id="6" creationId="{DD27866F-6D23-2D53-7E0C-6CD3288420EF}"/>
          </ac:spMkLst>
        </pc:spChg>
      </pc:sldChg>
      <pc:sldChg chg="modSp new">
        <pc:chgData name="YAQIAO CHI" userId="S::102216731@student.swin.edu.au::959379fb-8566-4cbe-98b5-03c8005ac9a2" providerId="AD" clId="Web-{00529C1D-B604-ED53-DA3F-B23E68752462}" dt="2026-04-30T18:48:07.626" v="320" actId="20577"/>
        <pc:sldMkLst>
          <pc:docMk/>
          <pc:sldMk cId="1748362500" sldId="262"/>
        </pc:sldMkLst>
        <pc:spChg chg="mod">
          <ac:chgData name="YAQIAO CHI" userId="S::102216731@student.swin.edu.au::959379fb-8566-4cbe-98b5-03c8005ac9a2" providerId="AD" clId="Web-{00529C1D-B604-ED53-DA3F-B23E68752462}" dt="2026-04-30T18:34:36.950" v="98" actId="20577"/>
          <ac:spMkLst>
            <pc:docMk/>
            <pc:sldMk cId="1748362500" sldId="262"/>
            <ac:spMk id="2" creationId="{846EFAC0-B620-0935-2226-05FE8A749148}"/>
          </ac:spMkLst>
        </pc:spChg>
      </pc:sldChg>
      <pc:sldChg chg="modSp new">
        <pc:chgData name="YAQIAO CHI" userId="S::102216731@student.swin.edu.au::959379fb-8566-4cbe-98b5-03c8005ac9a2" providerId="AD" clId="Web-{00529C1D-B604-ED53-DA3F-B23E68752462}" dt="2026-04-30T18:34:48.623" v="101" actId="20577"/>
        <pc:sldMkLst>
          <pc:docMk/>
          <pc:sldMk cId="1343419693" sldId="263"/>
        </pc:sldMkLst>
        <pc:spChg chg="mod">
          <ac:chgData name="YAQIAO CHI" userId="S::102216731@student.swin.edu.au::959379fb-8566-4cbe-98b5-03c8005ac9a2" providerId="AD" clId="Web-{00529C1D-B604-ED53-DA3F-B23E68752462}" dt="2026-04-30T18:34:48.623" v="101" actId="20577"/>
          <ac:spMkLst>
            <pc:docMk/>
            <pc:sldMk cId="1343419693" sldId="263"/>
            <ac:spMk id="2" creationId="{2FD75603-6AAC-B6F4-6C48-B930FC947CE2}"/>
          </ac:spMkLst>
        </pc:spChg>
      </pc:sldChg>
      <pc:sldChg chg="modSp new">
        <pc:chgData name="YAQIAO CHI" userId="S::102216731@student.swin.edu.au::959379fb-8566-4cbe-98b5-03c8005ac9a2" providerId="AD" clId="Web-{00529C1D-B604-ED53-DA3F-B23E68752462}" dt="2026-04-30T18:51:09.675" v="369" actId="14100"/>
        <pc:sldMkLst>
          <pc:docMk/>
          <pc:sldMk cId="356519744" sldId="264"/>
        </pc:sldMkLst>
        <pc:spChg chg="mod">
          <ac:chgData name="YAQIAO CHI" userId="S::102216731@student.swin.edu.au::959379fb-8566-4cbe-98b5-03c8005ac9a2" providerId="AD" clId="Web-{00529C1D-B604-ED53-DA3F-B23E68752462}" dt="2026-04-30T18:35:04.654" v="104" actId="20577"/>
          <ac:spMkLst>
            <pc:docMk/>
            <pc:sldMk cId="356519744" sldId="264"/>
            <ac:spMk id="2" creationId="{A4828B79-4606-DF36-C1DD-18BCD622D06C}"/>
          </ac:spMkLst>
        </pc:spChg>
        <pc:spChg chg="mod">
          <ac:chgData name="YAQIAO CHI" userId="S::102216731@student.swin.edu.au::959379fb-8566-4cbe-98b5-03c8005ac9a2" providerId="AD" clId="Web-{00529C1D-B604-ED53-DA3F-B23E68752462}" dt="2026-04-30T18:51:09.675" v="369" actId="14100"/>
          <ac:spMkLst>
            <pc:docMk/>
            <pc:sldMk cId="356519744" sldId="264"/>
            <ac:spMk id="3" creationId="{886110A0-2A6C-1C4C-B1D5-F26E0E63344A}"/>
          </ac:spMkLst>
        </pc:spChg>
      </pc:sldChg>
      <pc:sldChg chg="modSp new">
        <pc:chgData name="YAQIAO CHI" userId="S::102216731@student.swin.edu.au::959379fb-8566-4cbe-98b5-03c8005ac9a2" providerId="AD" clId="Web-{00529C1D-B604-ED53-DA3F-B23E68752462}" dt="2026-04-30T18:49:43.455" v="355" actId="20577"/>
        <pc:sldMkLst>
          <pc:docMk/>
          <pc:sldMk cId="2091905281" sldId="266"/>
        </pc:sldMkLst>
        <pc:spChg chg="mod">
          <ac:chgData name="YAQIAO CHI" userId="S::102216731@student.swin.edu.au::959379fb-8566-4cbe-98b5-03c8005ac9a2" providerId="AD" clId="Web-{00529C1D-B604-ED53-DA3F-B23E68752462}" dt="2026-04-30T18:35:25.655" v="110" actId="20577"/>
          <ac:spMkLst>
            <pc:docMk/>
            <pc:sldMk cId="2091905281" sldId="266"/>
            <ac:spMk id="2" creationId="{56189347-CEB6-CD1B-D4AB-02092F518340}"/>
          </ac:spMkLst>
        </pc:spChg>
        <pc:spChg chg="mod">
          <ac:chgData name="YAQIAO CHI" userId="S::102216731@student.swin.edu.au::959379fb-8566-4cbe-98b5-03c8005ac9a2" providerId="AD" clId="Web-{00529C1D-B604-ED53-DA3F-B23E68752462}" dt="2026-04-30T18:49:43.455" v="355" actId="20577"/>
          <ac:spMkLst>
            <pc:docMk/>
            <pc:sldMk cId="2091905281" sldId="266"/>
            <ac:spMk id="3" creationId="{B968056B-456C-E569-FA85-0B03166412FA}"/>
          </ac:spMkLst>
        </pc:spChg>
      </pc:sldChg>
      <pc:sldMasterChg chg="add addSldLayout modSldLayout">
        <pc:chgData name="YAQIAO CHI" userId="S::102216731@student.swin.edu.au::959379fb-8566-4cbe-98b5-03c8005ac9a2" providerId="AD" clId="Web-{00529C1D-B604-ED53-DA3F-B23E68752462}" dt="2026-04-30T17:42:24.525" v="24"/>
        <pc:sldMasterMkLst>
          <pc:docMk/>
          <pc:sldMasterMk cId="1069684077" sldId="2147484020"/>
        </pc:sldMasterMkLst>
        <pc:sldLayoutChg chg="add mod replId">
          <pc:chgData name="YAQIAO CHI" userId="S::102216731@student.swin.edu.au::959379fb-8566-4cbe-98b5-03c8005ac9a2" providerId="AD" clId="Web-{00529C1D-B604-ED53-DA3F-B23E68752462}" dt="2026-04-30T17:42:24.525" v="24"/>
          <pc:sldLayoutMkLst>
            <pc:docMk/>
            <pc:sldMasterMk cId="1069684077" sldId="2147484020"/>
            <pc:sldLayoutMk cId="3267524970" sldId="2147484021"/>
          </pc:sldLayoutMkLst>
        </pc:sldLayoutChg>
        <pc:sldLayoutChg chg="add mod replId">
          <pc:chgData name="YAQIAO CHI" userId="S::102216731@student.swin.edu.au::959379fb-8566-4cbe-98b5-03c8005ac9a2" providerId="AD" clId="Web-{00529C1D-B604-ED53-DA3F-B23E68752462}" dt="2026-04-30T17:42:24.525" v="24"/>
          <pc:sldLayoutMkLst>
            <pc:docMk/>
            <pc:sldMasterMk cId="1069684077" sldId="2147484020"/>
            <pc:sldLayoutMk cId="2888996911" sldId="2147484022"/>
          </pc:sldLayoutMkLst>
        </pc:sldLayoutChg>
        <pc:sldLayoutChg chg="add mod replId">
          <pc:chgData name="YAQIAO CHI" userId="S::102216731@student.swin.edu.au::959379fb-8566-4cbe-98b5-03c8005ac9a2" providerId="AD" clId="Web-{00529C1D-B604-ED53-DA3F-B23E68752462}" dt="2026-04-30T17:42:24.525" v="24"/>
          <pc:sldLayoutMkLst>
            <pc:docMk/>
            <pc:sldMasterMk cId="1069684077" sldId="2147484020"/>
            <pc:sldLayoutMk cId="2359417252" sldId="2147484023"/>
          </pc:sldLayoutMkLst>
        </pc:sldLayoutChg>
        <pc:sldLayoutChg chg="add mod replId">
          <pc:chgData name="YAQIAO CHI" userId="S::102216731@student.swin.edu.au::959379fb-8566-4cbe-98b5-03c8005ac9a2" providerId="AD" clId="Web-{00529C1D-B604-ED53-DA3F-B23E68752462}" dt="2026-04-30T17:42:24.525" v="24"/>
          <pc:sldLayoutMkLst>
            <pc:docMk/>
            <pc:sldMasterMk cId="1069684077" sldId="2147484020"/>
            <pc:sldLayoutMk cId="1038768480" sldId="2147484024"/>
          </pc:sldLayoutMkLst>
        </pc:sldLayoutChg>
        <pc:sldLayoutChg chg="add mod replId">
          <pc:chgData name="YAQIAO CHI" userId="S::102216731@student.swin.edu.au::959379fb-8566-4cbe-98b5-03c8005ac9a2" providerId="AD" clId="Web-{00529C1D-B604-ED53-DA3F-B23E68752462}" dt="2026-04-30T17:42:24.525" v="24"/>
          <pc:sldLayoutMkLst>
            <pc:docMk/>
            <pc:sldMasterMk cId="1069684077" sldId="2147484020"/>
            <pc:sldLayoutMk cId="3325106002" sldId="2147484025"/>
          </pc:sldLayoutMkLst>
        </pc:sldLayoutChg>
        <pc:sldLayoutChg chg="add mod replId">
          <pc:chgData name="YAQIAO CHI" userId="S::102216731@student.swin.edu.au::959379fb-8566-4cbe-98b5-03c8005ac9a2" providerId="AD" clId="Web-{00529C1D-B604-ED53-DA3F-B23E68752462}" dt="2026-04-30T17:42:24.525" v="24"/>
          <pc:sldLayoutMkLst>
            <pc:docMk/>
            <pc:sldMasterMk cId="1069684077" sldId="2147484020"/>
            <pc:sldLayoutMk cId="2916705257" sldId="2147484026"/>
          </pc:sldLayoutMkLst>
        </pc:sldLayoutChg>
        <pc:sldLayoutChg chg="add mod replId">
          <pc:chgData name="YAQIAO CHI" userId="S::102216731@student.swin.edu.au::959379fb-8566-4cbe-98b5-03c8005ac9a2" providerId="AD" clId="Web-{00529C1D-B604-ED53-DA3F-B23E68752462}" dt="2026-04-30T17:42:24.525" v="24"/>
          <pc:sldLayoutMkLst>
            <pc:docMk/>
            <pc:sldMasterMk cId="1069684077" sldId="2147484020"/>
            <pc:sldLayoutMk cId="3039132487" sldId="2147484027"/>
          </pc:sldLayoutMkLst>
        </pc:sldLayoutChg>
        <pc:sldLayoutChg chg="add mod replId">
          <pc:chgData name="YAQIAO CHI" userId="S::102216731@student.swin.edu.au::959379fb-8566-4cbe-98b5-03c8005ac9a2" providerId="AD" clId="Web-{00529C1D-B604-ED53-DA3F-B23E68752462}" dt="2026-04-30T17:42:24.525" v="24"/>
          <pc:sldLayoutMkLst>
            <pc:docMk/>
            <pc:sldMasterMk cId="1069684077" sldId="2147484020"/>
            <pc:sldLayoutMk cId="1697192377" sldId="2147484028"/>
          </pc:sldLayoutMkLst>
        </pc:sldLayoutChg>
        <pc:sldLayoutChg chg="add mod replId">
          <pc:chgData name="YAQIAO CHI" userId="S::102216731@student.swin.edu.au::959379fb-8566-4cbe-98b5-03c8005ac9a2" providerId="AD" clId="Web-{00529C1D-B604-ED53-DA3F-B23E68752462}" dt="2026-04-30T17:42:24.525" v="24"/>
          <pc:sldLayoutMkLst>
            <pc:docMk/>
            <pc:sldMasterMk cId="1069684077" sldId="2147484020"/>
            <pc:sldLayoutMk cId="4097148705" sldId="2147484029"/>
          </pc:sldLayoutMkLst>
        </pc:sldLayoutChg>
        <pc:sldLayoutChg chg="add mod replId">
          <pc:chgData name="YAQIAO CHI" userId="S::102216731@student.swin.edu.au::959379fb-8566-4cbe-98b5-03c8005ac9a2" providerId="AD" clId="Web-{00529C1D-B604-ED53-DA3F-B23E68752462}" dt="2026-04-30T17:42:24.525" v="24"/>
          <pc:sldLayoutMkLst>
            <pc:docMk/>
            <pc:sldMasterMk cId="1069684077" sldId="2147484020"/>
            <pc:sldLayoutMk cId="1893156646" sldId="2147484030"/>
          </pc:sldLayoutMkLst>
        </pc:sldLayoutChg>
        <pc:sldLayoutChg chg="add mod replId">
          <pc:chgData name="YAQIAO CHI" userId="S::102216731@student.swin.edu.au::959379fb-8566-4cbe-98b5-03c8005ac9a2" providerId="AD" clId="Web-{00529C1D-B604-ED53-DA3F-B23E68752462}" dt="2026-04-30T17:42:24.525" v="24"/>
          <pc:sldLayoutMkLst>
            <pc:docMk/>
            <pc:sldMasterMk cId="1069684077" sldId="2147484020"/>
            <pc:sldLayoutMk cId="2060158113" sldId="2147484031"/>
          </pc:sldLayoutMkLst>
        </pc:sldLayoutChg>
      </pc:sldMasterChg>
    </pc:docChg>
  </pc:docChgLst>
  <pc:docChgLst>
    <pc:chgData name="YAQIAO CHI" userId="S::102216731@student.swin.edu.au::959379fb-8566-4cbe-98b5-03c8005ac9a2" providerId="AD" clId="Web-{BA8FFE8F-A397-FEA3-07BF-1BB4C59522FE}"/>
    <pc:docChg chg="addSld modSld">
      <pc:chgData name="YAQIAO CHI" userId="S::102216731@student.swin.edu.au::959379fb-8566-4cbe-98b5-03c8005ac9a2" providerId="AD" clId="Web-{BA8FFE8F-A397-FEA3-07BF-1BB4C59522FE}" dt="2026-04-28T07:25:50.047" v="100"/>
      <pc:docMkLst>
        <pc:docMk/>
      </pc:docMkLst>
      <pc:sldChg chg="modSp new">
        <pc:chgData name="YAQIAO CHI" userId="S::102216731@student.swin.edu.au::959379fb-8566-4cbe-98b5-03c8005ac9a2" providerId="AD" clId="Web-{BA8FFE8F-A397-FEA3-07BF-1BB4C59522FE}" dt="2026-04-28T07:22:21.602" v="99" actId="20577"/>
        <pc:sldMkLst>
          <pc:docMk/>
          <pc:sldMk cId="2114892224" sldId="257"/>
        </pc:sldMkLst>
        <pc:spChg chg="mod">
          <ac:chgData name="YAQIAO CHI" userId="S::102216731@student.swin.edu.au::959379fb-8566-4cbe-98b5-03c8005ac9a2" providerId="AD" clId="Web-{BA8FFE8F-A397-FEA3-07BF-1BB4C59522FE}" dt="2026-04-28T07:20:15.550" v="80" actId="20577"/>
          <ac:spMkLst>
            <pc:docMk/>
            <pc:sldMk cId="2114892224" sldId="257"/>
            <ac:spMk id="2" creationId="{546A8E2E-1674-B759-3752-59F1204A9239}"/>
          </ac:spMkLst>
        </pc:spChg>
        <pc:spChg chg="mod">
          <ac:chgData name="YAQIAO CHI" userId="S::102216731@student.swin.edu.au::959379fb-8566-4cbe-98b5-03c8005ac9a2" providerId="AD" clId="Web-{BA8FFE8F-A397-FEA3-07BF-1BB4C59522FE}" dt="2026-04-28T07:22:21.602" v="99" actId="20577"/>
          <ac:spMkLst>
            <pc:docMk/>
            <pc:sldMk cId="2114892224" sldId="257"/>
            <ac:spMk id="3" creationId="{463CDA45-1C69-F24B-97D4-E272AA65EBD7}"/>
          </ac:spMkLst>
        </pc:spChg>
      </pc:sldChg>
      <pc:sldChg chg="new">
        <pc:chgData name="YAQIAO CHI" userId="S::102216731@student.swin.edu.au::959379fb-8566-4cbe-98b5-03c8005ac9a2" providerId="AD" clId="Web-{BA8FFE8F-A397-FEA3-07BF-1BB4C59522FE}" dt="2026-04-28T07:15:42.904" v="1"/>
        <pc:sldMkLst>
          <pc:docMk/>
          <pc:sldMk cId="2562415210" sldId="258"/>
        </pc:sldMkLst>
      </pc:sldChg>
      <pc:sldChg chg="new">
        <pc:chgData name="YAQIAO CHI" userId="S::102216731@student.swin.edu.au::959379fb-8566-4cbe-98b5-03c8005ac9a2" providerId="AD" clId="Web-{BA8FFE8F-A397-FEA3-07BF-1BB4C59522FE}" dt="2026-04-28T07:25:50.047" v="100"/>
        <pc:sldMkLst>
          <pc:docMk/>
          <pc:sldMk cId="1695879473" sldId="259"/>
        </pc:sldMkLst>
      </pc:sldChg>
    </pc:docChg>
  </pc:docChgLst>
  <pc:docChgLst>
    <pc:chgData name="YAQIAO CHI" userId="S::102216731@student.swin.edu.au::959379fb-8566-4cbe-98b5-03c8005ac9a2" providerId="AD" clId="Web-{F5E576DA-7801-FF4B-5929-839B7CBADBCB}"/>
    <pc:docChg chg="modSld">
      <pc:chgData name="YAQIAO CHI" userId="S::102216731@student.swin.edu.au::959379fb-8566-4cbe-98b5-03c8005ac9a2" providerId="AD" clId="Web-{F5E576DA-7801-FF4B-5929-839B7CBADBCB}" dt="2026-05-07T10:41:27.693" v="48" actId="20577"/>
      <pc:docMkLst>
        <pc:docMk/>
      </pc:docMkLst>
      <pc:sldChg chg="modSp">
        <pc:chgData name="YAQIAO CHI" userId="S::102216731@student.swin.edu.au::959379fb-8566-4cbe-98b5-03c8005ac9a2" providerId="AD" clId="Web-{F5E576DA-7801-FF4B-5929-839B7CBADBCB}" dt="2026-05-07T10:31:21.321" v="18" actId="20577"/>
        <pc:sldMkLst>
          <pc:docMk/>
          <pc:sldMk cId="2587805022" sldId="256"/>
        </pc:sldMkLst>
        <pc:spChg chg="mod">
          <ac:chgData name="YAQIAO CHI" userId="S::102216731@student.swin.edu.au::959379fb-8566-4cbe-98b5-03c8005ac9a2" providerId="AD" clId="Web-{F5E576DA-7801-FF4B-5929-839B7CBADBCB}" dt="2026-05-07T10:31:21.321" v="18" actId="20577"/>
          <ac:spMkLst>
            <pc:docMk/>
            <pc:sldMk cId="2587805022" sldId="256"/>
            <ac:spMk id="3" creationId="{A592CEB3-446D-D770-1D4E-FA1FC3636278}"/>
          </ac:spMkLst>
        </pc:spChg>
      </pc:sldChg>
      <pc:sldChg chg="modSp">
        <pc:chgData name="YAQIAO CHI" userId="S::102216731@student.swin.edu.au::959379fb-8566-4cbe-98b5-03c8005ac9a2" providerId="AD" clId="Web-{F5E576DA-7801-FF4B-5929-839B7CBADBCB}" dt="2026-05-07T10:41:19.975" v="47" actId="20577"/>
        <pc:sldMkLst>
          <pc:docMk/>
          <pc:sldMk cId="2114892224" sldId="257"/>
        </pc:sldMkLst>
        <pc:spChg chg="mod">
          <ac:chgData name="YAQIAO CHI" userId="S::102216731@student.swin.edu.au::959379fb-8566-4cbe-98b5-03c8005ac9a2" providerId="AD" clId="Web-{F5E576DA-7801-FF4B-5929-839B7CBADBCB}" dt="2026-05-07T10:41:19.975" v="47" actId="20577"/>
          <ac:spMkLst>
            <pc:docMk/>
            <pc:sldMk cId="2114892224" sldId="257"/>
            <ac:spMk id="3" creationId="{463CDA45-1C69-F24B-97D4-E272AA65EBD7}"/>
          </ac:spMkLst>
        </pc:spChg>
      </pc:sldChg>
      <pc:sldChg chg="modSp">
        <pc:chgData name="YAQIAO CHI" userId="S::102216731@student.swin.edu.au::959379fb-8566-4cbe-98b5-03c8005ac9a2" providerId="AD" clId="Web-{F5E576DA-7801-FF4B-5929-839B7CBADBCB}" dt="2026-05-07T10:41:27.693" v="48" actId="20577"/>
        <pc:sldMkLst>
          <pc:docMk/>
          <pc:sldMk cId="1826732644" sldId="267"/>
        </pc:sldMkLst>
        <pc:spChg chg="mod">
          <ac:chgData name="YAQIAO CHI" userId="S::102216731@student.swin.edu.au::959379fb-8566-4cbe-98b5-03c8005ac9a2" providerId="AD" clId="Web-{F5E576DA-7801-FF4B-5929-839B7CBADBCB}" dt="2026-05-07T10:41:27.693" v="48" actId="20577"/>
          <ac:spMkLst>
            <pc:docMk/>
            <pc:sldMk cId="1826732644" sldId="267"/>
            <ac:spMk id="2" creationId="{AD8E8552-66F1-3A89-A8AE-6D43658D40AB}"/>
          </ac:spMkLst>
        </pc:spChg>
        <pc:spChg chg="mod">
          <ac:chgData name="YAQIAO CHI" userId="S::102216731@student.swin.edu.au::959379fb-8566-4cbe-98b5-03c8005ac9a2" providerId="AD" clId="Web-{F5E576DA-7801-FF4B-5929-839B7CBADBCB}" dt="2026-05-07T10:33:38.004" v="46" actId="20577"/>
          <ac:spMkLst>
            <pc:docMk/>
            <pc:sldMk cId="1826732644" sldId="267"/>
            <ac:spMk id="3" creationId="{D6C66DFB-F7DE-2DD1-84F5-4114F998794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9D6F5-A9D4-C22B-732C-A31A172FB93C}"/>
              </a:ext>
            </a:extLst>
          </p:cNvPr>
          <p:cNvSpPr>
            <a:spLocks noGrp="1"/>
          </p:cNvSpPr>
          <p:nvPr>
            <p:ph type="ctrTitle"/>
          </p:nvPr>
        </p:nvSpPr>
        <p:spPr>
          <a:xfrm>
            <a:off x="1524000" y="1122363"/>
            <a:ext cx="9144000" cy="2209393"/>
          </a:xfrm>
        </p:spPr>
        <p:txBody>
          <a:bodyPr anchor="b">
            <a:normAutofit/>
          </a:bodyPr>
          <a:lstStyle>
            <a:lvl1pPr algn="ctr">
              <a:defRPr sz="3600"/>
            </a:lvl1pPr>
          </a:lstStyle>
          <a:p>
            <a:r>
              <a:rPr lang="en-US"/>
              <a:t>Click to edit Master title style</a:t>
            </a:r>
          </a:p>
        </p:txBody>
      </p:sp>
      <p:sp>
        <p:nvSpPr>
          <p:cNvPr id="3" name="Subtitle 2">
            <a:extLst>
              <a:ext uri="{FF2B5EF4-FFF2-40B4-BE49-F238E27FC236}">
                <a16:creationId xmlns:a16="http://schemas.microsoft.com/office/drawing/2014/main" id="{E11AFD6E-3459-290F-1147-F0C47ACEEA5B}"/>
              </a:ext>
            </a:extLst>
          </p:cNvPr>
          <p:cNvSpPr>
            <a:spLocks noGrp="1"/>
          </p:cNvSpPr>
          <p:nvPr>
            <p:ph type="subTitle" idx="1"/>
          </p:nvPr>
        </p:nvSpPr>
        <p:spPr>
          <a:xfrm>
            <a:off x="1524000" y="4346774"/>
            <a:ext cx="9144000" cy="1066890"/>
          </a:xfrm>
        </p:spPr>
        <p:txBody>
          <a:bodyPr anchor="t">
            <a:normAutofit/>
          </a:bodyPr>
          <a:lstStyle>
            <a:lvl1pPr marL="0" indent="0" algn="ctr">
              <a:buNone/>
              <a:defRPr sz="1600" cap="all" spc="300" baseline="0"/>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4674D3-6FB9-5549-B0F2-FD61E82D1FF1}"/>
              </a:ext>
            </a:extLst>
          </p:cNvPr>
          <p:cNvSpPr>
            <a:spLocks noGrp="1"/>
          </p:cNvSpPr>
          <p:nvPr>
            <p:ph type="dt" sz="half" idx="10"/>
          </p:nvPr>
        </p:nvSpPr>
        <p:spPr/>
        <p:txBody>
          <a:bodyPr/>
          <a:lstStyle/>
          <a:p>
            <a:fld id="{807E39B8-A7CB-4B82-AC0C-44B99F546761}" type="datetimeFigureOut">
              <a:rPr lang="en-US" dirty="0"/>
              <a:t>5/8/2026</a:t>
            </a:fld>
            <a:endParaRPr lang="en-US"/>
          </a:p>
        </p:txBody>
      </p:sp>
      <p:sp>
        <p:nvSpPr>
          <p:cNvPr id="5" name="Footer Placeholder 4">
            <a:extLst>
              <a:ext uri="{FF2B5EF4-FFF2-40B4-BE49-F238E27FC236}">
                <a16:creationId xmlns:a16="http://schemas.microsoft.com/office/drawing/2014/main" id="{AB239BBC-C979-2C77-493E-CF5498AEB5D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53813B7E-A51C-D9CD-2189-650A9D63BFF9}"/>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32675249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155F0-A6D4-C39B-394F-0B16E9C9CE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D1860F-B260-57CE-E12B-2C94860319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745C9F-D94D-E5D3-B73A-20621FA536D5}"/>
              </a:ext>
            </a:extLst>
          </p:cNvPr>
          <p:cNvSpPr>
            <a:spLocks noGrp="1"/>
          </p:cNvSpPr>
          <p:nvPr>
            <p:ph type="dt" sz="half" idx="10"/>
          </p:nvPr>
        </p:nvSpPr>
        <p:spPr/>
        <p:txBody>
          <a:bodyPr/>
          <a:lstStyle/>
          <a:p>
            <a:fld id="{FE7E3940-CA92-4FEE-A698-62CF7BC5AC36}" type="datetimeFigureOut">
              <a:rPr lang="en-US" dirty="0"/>
              <a:t>5/8/2026</a:t>
            </a:fld>
            <a:endParaRPr lang="en-US"/>
          </a:p>
        </p:txBody>
      </p:sp>
      <p:sp>
        <p:nvSpPr>
          <p:cNvPr id="5" name="Footer Placeholder 4">
            <a:extLst>
              <a:ext uri="{FF2B5EF4-FFF2-40B4-BE49-F238E27FC236}">
                <a16:creationId xmlns:a16="http://schemas.microsoft.com/office/drawing/2014/main" id="{E5FAB243-BB42-966A-4708-15C9B11D6885}"/>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5C3A3BD-2CC5-03D3-4CD6-E31A55BA2D23}"/>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2888996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D8633-AC3B-E617-1C54-84932DDD72E5}"/>
              </a:ext>
            </a:extLst>
          </p:cNvPr>
          <p:cNvSpPr>
            <a:spLocks noGrp="1"/>
          </p:cNvSpPr>
          <p:nvPr>
            <p:ph type="title"/>
          </p:nvPr>
        </p:nvSpPr>
        <p:spPr>
          <a:xfrm>
            <a:off x="1474236" y="1514688"/>
            <a:ext cx="8584164" cy="3138875"/>
          </a:xfrm>
        </p:spPr>
        <p:txBody>
          <a:bodyPr anchor="b">
            <a:normAutofit/>
          </a:bodyPr>
          <a:lstStyle>
            <a:lvl1pPr>
              <a:defRPr sz="3600" cap="all" spc="300" baseline="0"/>
            </a:lvl1pPr>
          </a:lstStyle>
          <a:p>
            <a:r>
              <a:rPr lang="en-US"/>
              <a:t>Click to edit Master title style</a:t>
            </a:r>
          </a:p>
        </p:txBody>
      </p:sp>
      <p:sp>
        <p:nvSpPr>
          <p:cNvPr id="3" name="Text Placeholder 2">
            <a:extLst>
              <a:ext uri="{FF2B5EF4-FFF2-40B4-BE49-F238E27FC236}">
                <a16:creationId xmlns:a16="http://schemas.microsoft.com/office/drawing/2014/main" id="{CF68C242-ECAB-AEC3-7E9B-F9854AF31CD2}"/>
              </a:ext>
            </a:extLst>
          </p:cNvPr>
          <p:cNvSpPr>
            <a:spLocks noGrp="1"/>
          </p:cNvSpPr>
          <p:nvPr>
            <p:ph type="body" idx="1"/>
          </p:nvPr>
        </p:nvSpPr>
        <p:spPr>
          <a:xfrm>
            <a:off x="1474236" y="4963885"/>
            <a:ext cx="8584165" cy="1125765"/>
          </a:xfrm>
        </p:spPr>
        <p:txBody>
          <a:bodyPr>
            <a:normAutofit/>
          </a:bodyPr>
          <a:lstStyle>
            <a:lvl1pPr marL="0" indent="0">
              <a:buNone/>
              <a:defRPr sz="1600" cap="all" spc="300" baseline="0">
                <a:solidFill>
                  <a:schemeClr val="tx2"/>
                </a:solidFill>
              </a:defRPr>
            </a:lvl1pPr>
            <a:lvl2pPr marL="457200" indent="0">
              <a:buNone/>
              <a:defRPr sz="1600">
                <a:solidFill>
                  <a:schemeClr val="tx1">
                    <a:tint val="82000"/>
                  </a:schemeClr>
                </a:solidFill>
              </a:defRPr>
            </a:lvl2pPr>
            <a:lvl3pPr marL="914400" indent="0">
              <a:buNone/>
              <a:defRPr sz="16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0D9B82-EEF4-2CD7-61FE-BAFB2B96D641}"/>
              </a:ext>
            </a:extLst>
          </p:cNvPr>
          <p:cNvSpPr>
            <a:spLocks noGrp="1"/>
          </p:cNvSpPr>
          <p:nvPr>
            <p:ph type="dt" sz="half" idx="10"/>
          </p:nvPr>
        </p:nvSpPr>
        <p:spPr/>
        <p:txBody>
          <a:bodyPr/>
          <a:lstStyle/>
          <a:p>
            <a:fld id="{E33CD641-6C35-45D1-9313-2719E9EA8AD8}" type="datetimeFigureOut">
              <a:rPr lang="en-US" dirty="0"/>
              <a:t>5/8/2026</a:t>
            </a:fld>
            <a:endParaRPr lang="en-US"/>
          </a:p>
        </p:txBody>
      </p:sp>
      <p:sp>
        <p:nvSpPr>
          <p:cNvPr id="5" name="Footer Placeholder 4">
            <a:extLst>
              <a:ext uri="{FF2B5EF4-FFF2-40B4-BE49-F238E27FC236}">
                <a16:creationId xmlns:a16="http://schemas.microsoft.com/office/drawing/2014/main" id="{59A222B6-F7A8-70A5-B023-FCAD5D7C4BB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E85D758-2E38-8A8D-75BC-667F6A23B95B}"/>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2359417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60DFF-11BD-F5F4-35D4-1986ABBD36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5D1279-E9A9-702E-144D-61114B788E88}"/>
              </a:ext>
            </a:extLst>
          </p:cNvPr>
          <p:cNvSpPr>
            <a:spLocks noGrp="1"/>
          </p:cNvSpPr>
          <p:nvPr>
            <p:ph sz="half" idx="1"/>
          </p:nvPr>
        </p:nvSpPr>
        <p:spPr>
          <a:xfrm>
            <a:off x="877824" y="2159175"/>
            <a:ext cx="4977453" cy="40177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584E624-7A76-56EC-FA0D-E2AA8EF9B951}"/>
              </a:ext>
            </a:extLst>
          </p:cNvPr>
          <p:cNvSpPr>
            <a:spLocks noGrp="1"/>
          </p:cNvSpPr>
          <p:nvPr>
            <p:ph sz="half" idx="2"/>
          </p:nvPr>
        </p:nvSpPr>
        <p:spPr>
          <a:xfrm>
            <a:off x="6328391" y="2159175"/>
            <a:ext cx="4985785" cy="40177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9D7DF5-30AD-AE47-D516-5CEE82770734}"/>
              </a:ext>
            </a:extLst>
          </p:cNvPr>
          <p:cNvSpPr>
            <a:spLocks noGrp="1"/>
          </p:cNvSpPr>
          <p:nvPr>
            <p:ph type="dt" sz="half" idx="10"/>
          </p:nvPr>
        </p:nvSpPr>
        <p:spPr/>
        <p:txBody>
          <a:bodyPr/>
          <a:lstStyle/>
          <a:p>
            <a:fld id="{35301268-3A74-4110-8F08-063DFB8BB885}" type="datetimeFigureOut">
              <a:rPr lang="en-US" dirty="0"/>
              <a:t>5/8/2026</a:t>
            </a:fld>
            <a:endParaRPr lang="en-US"/>
          </a:p>
        </p:txBody>
      </p:sp>
      <p:sp>
        <p:nvSpPr>
          <p:cNvPr id="6" name="Footer Placeholder 5">
            <a:extLst>
              <a:ext uri="{FF2B5EF4-FFF2-40B4-BE49-F238E27FC236}">
                <a16:creationId xmlns:a16="http://schemas.microsoft.com/office/drawing/2014/main" id="{8B05C503-B649-B083-6341-F6E376AF8C72}"/>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1E53EA35-CF5A-DB36-8B14-5C184B6F14D3}"/>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1038768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BA3D8-FDD9-329B-BCC6-BBF47F01BEE2}"/>
              </a:ext>
            </a:extLst>
          </p:cNvPr>
          <p:cNvSpPr>
            <a:spLocks noGrp="1"/>
          </p:cNvSpPr>
          <p:nvPr>
            <p:ph type="title"/>
          </p:nvPr>
        </p:nvSpPr>
        <p:spPr>
          <a:xfrm>
            <a:off x="881348" y="602671"/>
            <a:ext cx="10429303" cy="768928"/>
          </a:xfrm>
        </p:spPr>
        <p:txBody>
          <a:bodyPr/>
          <a:lstStyle/>
          <a:p>
            <a:r>
              <a:rPr lang="en-US"/>
              <a:t>Click to edit Master title style</a:t>
            </a:r>
          </a:p>
        </p:txBody>
      </p:sp>
      <p:sp>
        <p:nvSpPr>
          <p:cNvPr id="3" name="Text Placeholder 2">
            <a:extLst>
              <a:ext uri="{FF2B5EF4-FFF2-40B4-BE49-F238E27FC236}">
                <a16:creationId xmlns:a16="http://schemas.microsoft.com/office/drawing/2014/main" id="{82EEF7DC-0699-CB3C-A7CB-39035D89A4A5}"/>
              </a:ext>
            </a:extLst>
          </p:cNvPr>
          <p:cNvSpPr>
            <a:spLocks noGrp="1"/>
          </p:cNvSpPr>
          <p:nvPr>
            <p:ph type="body" idx="1"/>
          </p:nvPr>
        </p:nvSpPr>
        <p:spPr>
          <a:xfrm>
            <a:off x="881349" y="1696325"/>
            <a:ext cx="4963538" cy="647700"/>
          </a:xfrm>
        </p:spPr>
        <p:txBody>
          <a:bodyPr anchor="b">
            <a:noAutofit/>
          </a:bodyPr>
          <a:lstStyle>
            <a:lvl1pPr marL="0" indent="0">
              <a:buNone/>
              <a:defRPr sz="1400" b="1" cap="all" spc="300" baseline="0"/>
            </a:lvl1pPr>
            <a:lvl2pPr marL="457200" indent="0">
              <a:buNone/>
              <a:defRPr sz="1400" b="1"/>
            </a:lvl2pPr>
            <a:lvl3pPr marL="914400" indent="0">
              <a:buNone/>
              <a:defRPr sz="1400" b="1"/>
            </a:lvl3pPr>
            <a:lvl4pPr marL="1371600" indent="0">
              <a:buNone/>
              <a:defRPr sz="1400" b="1"/>
            </a:lvl4pPr>
            <a:lvl5pPr marL="1828800" indent="0">
              <a:buNone/>
              <a:defRPr sz="1400" b="1"/>
            </a:lvl5pPr>
            <a:lvl6pPr marL="2286000" indent="0">
              <a:buNone/>
              <a:defRPr sz="1400" b="1"/>
            </a:lvl6pPr>
            <a:lvl7pPr marL="2743200" indent="0">
              <a:buNone/>
              <a:defRPr sz="1400" b="1"/>
            </a:lvl7pPr>
            <a:lvl8pPr marL="3200400" indent="0">
              <a:buNone/>
              <a:defRPr sz="1400" b="1"/>
            </a:lvl8pPr>
            <a:lvl9pPr marL="3657600" indent="0">
              <a:buNone/>
              <a:defRPr sz="1400" b="1"/>
            </a:lvl9pPr>
          </a:lstStyle>
          <a:p>
            <a:pPr lvl="0"/>
            <a:r>
              <a:rPr lang="en-US"/>
              <a:t>Click to edit Master text styles</a:t>
            </a:r>
          </a:p>
        </p:txBody>
      </p:sp>
      <p:sp>
        <p:nvSpPr>
          <p:cNvPr id="4" name="Content Placeholder 3">
            <a:extLst>
              <a:ext uri="{FF2B5EF4-FFF2-40B4-BE49-F238E27FC236}">
                <a16:creationId xmlns:a16="http://schemas.microsoft.com/office/drawing/2014/main" id="{D252EB40-99E1-CCA4-BAFA-F51AA56CF295}"/>
              </a:ext>
            </a:extLst>
          </p:cNvPr>
          <p:cNvSpPr>
            <a:spLocks noGrp="1"/>
          </p:cNvSpPr>
          <p:nvPr>
            <p:ph sz="half" idx="2"/>
          </p:nvPr>
        </p:nvSpPr>
        <p:spPr>
          <a:xfrm>
            <a:off x="881349" y="2344025"/>
            <a:ext cx="4963538" cy="3833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8979BC-6B50-751D-D569-F360938B05C8}"/>
              </a:ext>
            </a:extLst>
          </p:cNvPr>
          <p:cNvSpPr>
            <a:spLocks noGrp="1"/>
          </p:cNvSpPr>
          <p:nvPr>
            <p:ph type="body" sz="quarter" idx="3"/>
          </p:nvPr>
        </p:nvSpPr>
        <p:spPr>
          <a:xfrm>
            <a:off x="6322669" y="1696325"/>
            <a:ext cx="4987982" cy="647700"/>
          </a:xfrm>
        </p:spPr>
        <p:txBody>
          <a:bodyPr anchor="b">
            <a:noAutofit/>
          </a:bodyPr>
          <a:lstStyle>
            <a:lvl1pPr marL="0" indent="0">
              <a:buNone/>
              <a:defRPr sz="1400" b="1" cap="all" spc="300" baseline="0"/>
            </a:lvl1pPr>
            <a:lvl2pPr marL="457200" indent="0">
              <a:buNone/>
              <a:defRPr sz="1400" b="1"/>
            </a:lvl2pPr>
            <a:lvl3pPr marL="914400" indent="0">
              <a:buNone/>
              <a:defRPr sz="1400" b="1"/>
            </a:lvl3pPr>
            <a:lvl4pPr marL="1371600" indent="0">
              <a:buNone/>
              <a:defRPr sz="1400" b="1"/>
            </a:lvl4pPr>
            <a:lvl5pPr marL="1828800" indent="0">
              <a:buNone/>
              <a:defRPr sz="1400" b="1"/>
            </a:lvl5pPr>
            <a:lvl6pPr marL="2286000" indent="0">
              <a:buNone/>
              <a:defRPr sz="1400" b="1"/>
            </a:lvl6pPr>
            <a:lvl7pPr marL="2743200" indent="0">
              <a:buNone/>
              <a:defRPr sz="1400" b="1"/>
            </a:lvl7pPr>
            <a:lvl8pPr marL="3200400" indent="0">
              <a:buNone/>
              <a:defRPr sz="1400" b="1"/>
            </a:lvl8pPr>
            <a:lvl9pPr marL="3657600" indent="0">
              <a:buNone/>
              <a:defRPr sz="1400" b="1"/>
            </a:lvl9pPr>
          </a:lstStyle>
          <a:p>
            <a:pPr lvl="0"/>
            <a:r>
              <a:rPr lang="en-US"/>
              <a:t>Click to edit Master text styles</a:t>
            </a:r>
          </a:p>
        </p:txBody>
      </p:sp>
      <p:sp>
        <p:nvSpPr>
          <p:cNvPr id="6" name="Content Placeholder 5">
            <a:extLst>
              <a:ext uri="{FF2B5EF4-FFF2-40B4-BE49-F238E27FC236}">
                <a16:creationId xmlns:a16="http://schemas.microsoft.com/office/drawing/2014/main" id="{84A3A26F-230E-2D25-6BDC-6ECA00FAEFD5}"/>
              </a:ext>
            </a:extLst>
          </p:cNvPr>
          <p:cNvSpPr>
            <a:spLocks noGrp="1"/>
          </p:cNvSpPr>
          <p:nvPr>
            <p:ph sz="quarter" idx="4"/>
          </p:nvPr>
        </p:nvSpPr>
        <p:spPr>
          <a:xfrm>
            <a:off x="6322669" y="2344025"/>
            <a:ext cx="4987982" cy="3833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182A01-DE7C-3BA4-96FF-CDEF2F608FCA}"/>
              </a:ext>
            </a:extLst>
          </p:cNvPr>
          <p:cNvSpPr>
            <a:spLocks noGrp="1"/>
          </p:cNvSpPr>
          <p:nvPr>
            <p:ph type="dt" sz="half" idx="10"/>
          </p:nvPr>
        </p:nvSpPr>
        <p:spPr/>
        <p:txBody>
          <a:bodyPr/>
          <a:lstStyle/>
          <a:p>
            <a:fld id="{BF91C1AF-C1FB-48A7-98B4-E595E63F6614}" type="datetimeFigureOut">
              <a:rPr lang="en-US" dirty="0"/>
              <a:t>5/8/2026</a:t>
            </a:fld>
            <a:endParaRPr lang="en-US"/>
          </a:p>
        </p:txBody>
      </p:sp>
      <p:sp>
        <p:nvSpPr>
          <p:cNvPr id="8" name="Footer Placeholder 7">
            <a:extLst>
              <a:ext uri="{FF2B5EF4-FFF2-40B4-BE49-F238E27FC236}">
                <a16:creationId xmlns:a16="http://schemas.microsoft.com/office/drawing/2014/main" id="{6FCAA828-0166-8ECD-BCE8-654BEFDD7155}"/>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7690C0D2-459A-04AA-FD90-7687D2FE8A9D}"/>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3325106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D549F-FA71-857F-E02E-3CB63CE683E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569611-F911-D3D4-B613-ACCDA56C45D2}"/>
              </a:ext>
            </a:extLst>
          </p:cNvPr>
          <p:cNvSpPr>
            <a:spLocks noGrp="1"/>
          </p:cNvSpPr>
          <p:nvPr>
            <p:ph type="dt" sz="half" idx="10"/>
          </p:nvPr>
        </p:nvSpPr>
        <p:spPr/>
        <p:txBody>
          <a:bodyPr/>
          <a:lstStyle/>
          <a:p>
            <a:fld id="{97144C44-5F8C-4BEA-BBCE-8694F126DC43}" type="datetimeFigureOut">
              <a:rPr lang="en-US" dirty="0"/>
              <a:t>5/8/2026</a:t>
            </a:fld>
            <a:endParaRPr lang="en-US"/>
          </a:p>
        </p:txBody>
      </p:sp>
      <p:sp>
        <p:nvSpPr>
          <p:cNvPr id="4" name="Footer Placeholder 3">
            <a:extLst>
              <a:ext uri="{FF2B5EF4-FFF2-40B4-BE49-F238E27FC236}">
                <a16:creationId xmlns:a16="http://schemas.microsoft.com/office/drawing/2014/main" id="{F6EA1961-0B6B-8FEB-F2CB-C42E90EF2DFD}"/>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F42AA80E-3139-9F1B-9C3E-2A76628CF4F8}"/>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2916705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F54789-9F96-511A-0FB6-24F6A8418C72}"/>
              </a:ext>
            </a:extLst>
          </p:cNvPr>
          <p:cNvSpPr>
            <a:spLocks noGrp="1"/>
          </p:cNvSpPr>
          <p:nvPr>
            <p:ph type="dt" sz="half" idx="10"/>
          </p:nvPr>
        </p:nvSpPr>
        <p:spPr/>
        <p:txBody>
          <a:bodyPr/>
          <a:lstStyle/>
          <a:p>
            <a:fld id="{039E56F9-C8F2-4EF7-8042-704C94FF2795}" type="datetimeFigureOut">
              <a:rPr lang="en-US" dirty="0"/>
              <a:t>5/8/2026</a:t>
            </a:fld>
            <a:endParaRPr lang="en-US"/>
          </a:p>
        </p:txBody>
      </p:sp>
      <p:sp>
        <p:nvSpPr>
          <p:cNvPr id="3" name="Footer Placeholder 2">
            <a:extLst>
              <a:ext uri="{FF2B5EF4-FFF2-40B4-BE49-F238E27FC236}">
                <a16:creationId xmlns:a16="http://schemas.microsoft.com/office/drawing/2014/main" id="{8B780399-ADEF-8F74-9F59-6AD804C9393E}"/>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95B6A34F-ABAB-9C4E-38A1-C6EEB944B97C}"/>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3039132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E3917-2BF6-1CE2-F34B-49F0D09A1B91}"/>
              </a:ext>
            </a:extLst>
          </p:cNvPr>
          <p:cNvSpPr>
            <a:spLocks noGrp="1"/>
          </p:cNvSpPr>
          <p:nvPr>
            <p:ph type="title"/>
          </p:nvPr>
        </p:nvSpPr>
        <p:spPr>
          <a:xfrm>
            <a:off x="839788" y="807868"/>
            <a:ext cx="3640713" cy="2062594"/>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40815B8F-A9F3-8583-FFF1-175021F17AF0}"/>
              </a:ext>
            </a:extLst>
          </p:cNvPr>
          <p:cNvSpPr>
            <a:spLocks noGrp="1"/>
          </p:cNvSpPr>
          <p:nvPr>
            <p:ph idx="1"/>
          </p:nvPr>
        </p:nvSpPr>
        <p:spPr>
          <a:xfrm>
            <a:off x="5432898" y="807867"/>
            <a:ext cx="5922489" cy="505318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D90AFF-A949-CE9E-6B94-C1B619612915}"/>
              </a:ext>
            </a:extLst>
          </p:cNvPr>
          <p:cNvSpPr>
            <a:spLocks noGrp="1"/>
          </p:cNvSpPr>
          <p:nvPr>
            <p:ph type="body" sz="half" idx="2"/>
          </p:nvPr>
        </p:nvSpPr>
        <p:spPr>
          <a:xfrm>
            <a:off x="839788" y="3000652"/>
            <a:ext cx="3640713" cy="28683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95267E-088F-FB9A-9469-551890F29F01}"/>
              </a:ext>
            </a:extLst>
          </p:cNvPr>
          <p:cNvSpPr>
            <a:spLocks noGrp="1"/>
          </p:cNvSpPr>
          <p:nvPr>
            <p:ph type="dt" sz="half" idx="10"/>
          </p:nvPr>
        </p:nvSpPr>
        <p:spPr/>
        <p:txBody>
          <a:bodyPr/>
          <a:lstStyle/>
          <a:p>
            <a:fld id="{4F6932DF-953D-44BD-83F8-5D8DA76EA12A}" type="datetimeFigureOut">
              <a:rPr lang="en-US" dirty="0"/>
              <a:t>5/8/2026</a:t>
            </a:fld>
            <a:endParaRPr lang="en-US"/>
          </a:p>
        </p:txBody>
      </p:sp>
      <p:sp>
        <p:nvSpPr>
          <p:cNvPr id="6" name="Footer Placeholder 5">
            <a:extLst>
              <a:ext uri="{FF2B5EF4-FFF2-40B4-BE49-F238E27FC236}">
                <a16:creationId xmlns:a16="http://schemas.microsoft.com/office/drawing/2014/main" id="{38EA3FFC-B3A6-C0B6-5DAE-70BE0D6FBD6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108D35F-BC2E-8D14-060F-449CBAF7C0D2}"/>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1697192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909ED-ED97-A3CE-5569-77B45F41450A}"/>
              </a:ext>
            </a:extLst>
          </p:cNvPr>
          <p:cNvSpPr>
            <a:spLocks noGrp="1"/>
          </p:cNvSpPr>
          <p:nvPr>
            <p:ph type="title"/>
          </p:nvPr>
        </p:nvSpPr>
        <p:spPr>
          <a:xfrm>
            <a:off x="839788" y="820881"/>
            <a:ext cx="3639312" cy="2062595"/>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0683BB3A-9E24-DE4C-9619-1502F1B6F389}"/>
              </a:ext>
            </a:extLst>
          </p:cNvPr>
          <p:cNvSpPr>
            <a:spLocks noGrp="1" noChangeAspect="1"/>
          </p:cNvSpPr>
          <p:nvPr>
            <p:ph type="pic" idx="1"/>
          </p:nvPr>
        </p:nvSpPr>
        <p:spPr>
          <a:xfrm>
            <a:off x="5247408" y="919595"/>
            <a:ext cx="6107979" cy="501361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94B4CE1F-29E0-88BB-8489-E58236B8B17B}"/>
              </a:ext>
            </a:extLst>
          </p:cNvPr>
          <p:cNvSpPr>
            <a:spLocks noGrp="1"/>
          </p:cNvSpPr>
          <p:nvPr>
            <p:ph type="body" sz="half" idx="2"/>
          </p:nvPr>
        </p:nvSpPr>
        <p:spPr>
          <a:xfrm>
            <a:off x="839788" y="3000652"/>
            <a:ext cx="3643889" cy="28683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4B7212-6816-FFD1-50B2-58844AD38E26}"/>
              </a:ext>
            </a:extLst>
          </p:cNvPr>
          <p:cNvSpPr>
            <a:spLocks noGrp="1"/>
          </p:cNvSpPr>
          <p:nvPr>
            <p:ph type="dt" sz="half" idx="10"/>
          </p:nvPr>
        </p:nvSpPr>
        <p:spPr/>
        <p:txBody>
          <a:bodyPr/>
          <a:lstStyle/>
          <a:p>
            <a:fld id="{352F326D-65F4-4B2F-9A62-9E4BD9402C47}" type="datetimeFigureOut">
              <a:rPr lang="en-US" dirty="0"/>
              <a:t>5/8/2026</a:t>
            </a:fld>
            <a:endParaRPr lang="en-US"/>
          </a:p>
        </p:txBody>
      </p:sp>
      <p:sp>
        <p:nvSpPr>
          <p:cNvPr id="6" name="Footer Placeholder 5">
            <a:extLst>
              <a:ext uri="{FF2B5EF4-FFF2-40B4-BE49-F238E27FC236}">
                <a16:creationId xmlns:a16="http://schemas.microsoft.com/office/drawing/2014/main" id="{A2417744-5A24-B7B7-5FD6-E98E60832F27}"/>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14CDA4D1-A71D-A7A6-3D0C-294E5D280BE8}"/>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4097148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990AE-F72C-4C2E-E2D0-7A8D7EEF08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41B46D-142E-8C8E-C4F4-B6B1586A6F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4D92E3-36AD-2615-0166-6B73C34F10FA}"/>
              </a:ext>
            </a:extLst>
          </p:cNvPr>
          <p:cNvSpPr>
            <a:spLocks noGrp="1"/>
          </p:cNvSpPr>
          <p:nvPr>
            <p:ph type="dt" sz="half" idx="10"/>
          </p:nvPr>
        </p:nvSpPr>
        <p:spPr/>
        <p:txBody>
          <a:bodyPr/>
          <a:lstStyle/>
          <a:p>
            <a:fld id="{01742F6F-0846-489A-A4BC-61B476BE2887}" type="datetimeFigureOut">
              <a:rPr lang="en-US" dirty="0"/>
              <a:t>5/8/2026</a:t>
            </a:fld>
            <a:endParaRPr lang="en-US"/>
          </a:p>
        </p:txBody>
      </p:sp>
      <p:sp>
        <p:nvSpPr>
          <p:cNvPr id="5" name="Footer Placeholder 4">
            <a:extLst>
              <a:ext uri="{FF2B5EF4-FFF2-40B4-BE49-F238E27FC236}">
                <a16:creationId xmlns:a16="http://schemas.microsoft.com/office/drawing/2014/main" id="{F10BFB69-319D-2284-2734-217160D396D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A6883B0-C775-5BD2-8EC6-A41D19BCA156}"/>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1893156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040463-6D41-8D45-088A-540B0D18838A}"/>
              </a:ext>
            </a:extLst>
          </p:cNvPr>
          <p:cNvSpPr>
            <a:spLocks noGrp="1"/>
          </p:cNvSpPr>
          <p:nvPr>
            <p:ph type="title" orient="vert"/>
          </p:nvPr>
        </p:nvSpPr>
        <p:spPr>
          <a:xfrm>
            <a:off x="8724900" y="592281"/>
            <a:ext cx="2628900" cy="558468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B5F2276-7F04-F3F7-E3CE-F81C8DC637DC}"/>
              </a:ext>
            </a:extLst>
          </p:cNvPr>
          <p:cNvSpPr>
            <a:spLocks noGrp="1"/>
          </p:cNvSpPr>
          <p:nvPr>
            <p:ph type="body" orient="vert" idx="1"/>
          </p:nvPr>
        </p:nvSpPr>
        <p:spPr>
          <a:xfrm>
            <a:off x="838200" y="592281"/>
            <a:ext cx="7734300" cy="558468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1802BF-9E0C-3251-8FAE-81F07DB05344}"/>
              </a:ext>
            </a:extLst>
          </p:cNvPr>
          <p:cNvSpPr>
            <a:spLocks noGrp="1"/>
          </p:cNvSpPr>
          <p:nvPr>
            <p:ph type="dt" sz="half" idx="10"/>
          </p:nvPr>
        </p:nvSpPr>
        <p:spPr/>
        <p:txBody>
          <a:bodyPr/>
          <a:lstStyle/>
          <a:p>
            <a:fld id="{B229DF21-A340-467A-94AB-9502647BB771}" type="datetimeFigureOut">
              <a:rPr lang="en-US" dirty="0"/>
              <a:t>5/8/2026</a:t>
            </a:fld>
            <a:endParaRPr lang="en-US"/>
          </a:p>
        </p:txBody>
      </p:sp>
      <p:sp>
        <p:nvSpPr>
          <p:cNvPr id="5" name="Footer Placeholder 4">
            <a:extLst>
              <a:ext uri="{FF2B5EF4-FFF2-40B4-BE49-F238E27FC236}">
                <a16:creationId xmlns:a16="http://schemas.microsoft.com/office/drawing/2014/main" id="{329F1754-5B8F-A9FA-E8B1-06E04CE283D5}"/>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5F01E6A8-5139-ECD4-CC0C-32FFC6741000}"/>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206015811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5858A62-FE72-978B-BE71-05908D82E1A4}"/>
              </a:ext>
            </a:extLst>
          </p:cNvPr>
          <p:cNvSpPr/>
          <p:nvPr/>
        </p:nvSpPr>
        <p:spPr>
          <a:xfrm>
            <a:off x="0" y="0"/>
            <a:ext cx="12192000" cy="6860161"/>
          </a:xfrm>
          <a:prstGeom prst="rect">
            <a:avLst/>
          </a:prstGeom>
          <a:solidFill>
            <a:schemeClr val="bg2">
              <a:lumMod val="75000"/>
              <a:alpha val="1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5BFA14B7-4740-5D9F-6489-BAD00C3E0D68}"/>
              </a:ext>
            </a:extLst>
          </p:cNvPr>
          <p:cNvSpPr>
            <a:spLocks noGrp="1"/>
          </p:cNvSpPr>
          <p:nvPr>
            <p:ph type="title"/>
          </p:nvPr>
        </p:nvSpPr>
        <p:spPr>
          <a:xfrm>
            <a:off x="871108" y="588245"/>
            <a:ext cx="10449784" cy="1265928"/>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7790487F-803F-C5AF-BD93-39C0FC738963}"/>
              </a:ext>
            </a:extLst>
          </p:cNvPr>
          <p:cNvSpPr>
            <a:spLocks noGrp="1"/>
          </p:cNvSpPr>
          <p:nvPr>
            <p:ph type="body" idx="1"/>
          </p:nvPr>
        </p:nvSpPr>
        <p:spPr>
          <a:xfrm>
            <a:off x="877824" y="2157984"/>
            <a:ext cx="10442448" cy="390381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86FCEF-4EDF-C2EF-7D81-FEFF7042F350}"/>
              </a:ext>
            </a:extLst>
          </p:cNvPr>
          <p:cNvSpPr>
            <a:spLocks noGrp="1"/>
          </p:cNvSpPr>
          <p:nvPr>
            <p:ph type="dt" sz="half" idx="2"/>
          </p:nvPr>
        </p:nvSpPr>
        <p:spPr>
          <a:xfrm>
            <a:off x="877824" y="6356350"/>
            <a:ext cx="2743200" cy="365125"/>
          </a:xfrm>
          <a:prstGeom prst="rect">
            <a:avLst/>
          </a:prstGeom>
        </p:spPr>
        <p:txBody>
          <a:bodyPr vert="horz" lIns="91440" tIns="45720" rIns="91440" bIns="45720" rtlCol="0" anchor="ctr"/>
          <a:lstStyle>
            <a:lvl1pPr algn="l">
              <a:defRPr sz="800" cap="all" spc="300" baseline="0">
                <a:solidFill>
                  <a:schemeClr val="tx2"/>
                </a:solidFill>
              </a:defRPr>
            </a:lvl1pPr>
          </a:lstStyle>
          <a:p>
            <a:fld id="{F9B0CB28-85DB-480B-8C99-FD493ACC7120}" type="datetimeFigureOut">
              <a:rPr lang="en-US" dirty="0"/>
              <a:t>5/8/2026</a:t>
            </a:fld>
            <a:endParaRPr lang="en-US"/>
          </a:p>
        </p:txBody>
      </p:sp>
      <p:sp>
        <p:nvSpPr>
          <p:cNvPr id="5" name="Footer Placeholder 4">
            <a:extLst>
              <a:ext uri="{FF2B5EF4-FFF2-40B4-BE49-F238E27FC236}">
                <a16:creationId xmlns:a16="http://schemas.microsoft.com/office/drawing/2014/main" id="{9A4663BC-4D46-C74D-DDF2-9D25B4D96F9B}"/>
              </a:ext>
            </a:extLst>
          </p:cNvPr>
          <p:cNvSpPr>
            <a:spLocks noGrp="1"/>
          </p:cNvSpPr>
          <p:nvPr>
            <p:ph type="ftr" sz="quarter" idx="3"/>
          </p:nvPr>
        </p:nvSpPr>
        <p:spPr>
          <a:xfrm>
            <a:off x="7132320" y="6356350"/>
            <a:ext cx="4297680" cy="365125"/>
          </a:xfrm>
          <a:prstGeom prst="rect">
            <a:avLst/>
          </a:prstGeom>
        </p:spPr>
        <p:txBody>
          <a:bodyPr vert="horz" lIns="91440" tIns="45720" rIns="91440" bIns="45720" rtlCol="0" anchor="ctr"/>
          <a:lstStyle>
            <a:lvl1pPr algn="r">
              <a:defRPr sz="800" cap="all" spc="300" baseline="0">
                <a:solidFill>
                  <a:schemeClr val="tx2"/>
                </a:solidFill>
              </a:defRPr>
            </a:lvl1pPr>
          </a:lstStyle>
          <a:p>
            <a:r>
              <a:rPr lang="en-US"/>
              <a:t>
              </a:t>
            </a:r>
          </a:p>
        </p:txBody>
      </p:sp>
      <p:sp>
        <p:nvSpPr>
          <p:cNvPr id="6" name="Slide Number Placeholder 5">
            <a:extLst>
              <a:ext uri="{FF2B5EF4-FFF2-40B4-BE49-F238E27FC236}">
                <a16:creationId xmlns:a16="http://schemas.microsoft.com/office/drawing/2014/main" id="{B71B4EAE-CB5C-D14B-77EF-7B155FA68353}"/>
              </a:ext>
            </a:extLst>
          </p:cNvPr>
          <p:cNvSpPr>
            <a:spLocks noGrp="1"/>
          </p:cNvSpPr>
          <p:nvPr>
            <p:ph type="sldNum" sz="quarter" idx="4"/>
          </p:nvPr>
        </p:nvSpPr>
        <p:spPr>
          <a:xfrm>
            <a:off x="11429999" y="6356350"/>
            <a:ext cx="521207" cy="365125"/>
          </a:xfrm>
          <a:prstGeom prst="rect">
            <a:avLst/>
          </a:prstGeom>
        </p:spPr>
        <p:txBody>
          <a:bodyPr vert="horz" lIns="91440" tIns="45720" rIns="91440" bIns="45720" rtlCol="0" anchor="ctr"/>
          <a:lstStyle>
            <a:lvl1pPr algn="r">
              <a:defRPr sz="1400">
                <a:solidFill>
                  <a:schemeClr val="tx2"/>
                </a:solidFill>
                <a:latin typeface="+mj-lt"/>
              </a:defRPr>
            </a:lvl1pPr>
          </a:lstStyle>
          <a:p>
            <a:fld id="{5E4DE196-8A13-4FF7-A07E-102851959EAB}" type="slidenum">
              <a:rPr lang="en-US" dirty="0"/>
              <a:pPr/>
              <a:t>‹#›</a:t>
            </a:fld>
            <a:endParaRPr lang="en-US"/>
          </a:p>
        </p:txBody>
      </p:sp>
    </p:spTree>
    <p:extLst>
      <p:ext uri="{BB962C8B-B14F-4D97-AF65-F5344CB8AC3E}">
        <p14:creationId xmlns:p14="http://schemas.microsoft.com/office/powerpoint/2010/main" val="1069684077"/>
      </p:ext>
    </p:extLst>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hf hdr="0"/>
  <p:txStyles>
    <p:titleStyle>
      <a:lvl1pPr algn="l" defTabSz="914400" rtl="0" eaLnBrk="1" latinLnBrk="0" hangingPunct="1">
        <a:lnSpc>
          <a:spcPct val="100000"/>
        </a:lnSpc>
        <a:spcBef>
          <a:spcPct val="0"/>
        </a:spcBef>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guide id="5" orient="horz" pos="3816">
          <p15:clr>
            <a:srgbClr val="F26B43"/>
          </p15:clr>
        </p15:guide>
        <p15:guide id="6" orient="horz" pos="117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hub.com/Sixxx-cake/Data-Visualisation---Projec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34A09-6C90-A269-8C57-5C39DEC867A1}"/>
              </a:ext>
            </a:extLst>
          </p:cNvPr>
          <p:cNvSpPr>
            <a:spLocks noGrp="1"/>
          </p:cNvSpPr>
          <p:nvPr>
            <p:ph type="ctrTitle"/>
          </p:nvPr>
        </p:nvSpPr>
        <p:spPr>
          <a:xfrm>
            <a:off x="1524000" y="302854"/>
            <a:ext cx="9690339" cy="2416354"/>
          </a:xfrm>
        </p:spPr>
        <p:txBody>
          <a:bodyPr/>
          <a:lstStyle/>
          <a:p>
            <a:r>
              <a:rPr lang="en-AU" b="1">
                <a:latin typeface="Lucida Bright"/>
              </a:rPr>
              <a:t>COS30045 Project Stand Up 1</a:t>
            </a:r>
          </a:p>
        </p:txBody>
      </p:sp>
      <p:sp>
        <p:nvSpPr>
          <p:cNvPr id="3" name="Subtitle 2">
            <a:extLst>
              <a:ext uri="{FF2B5EF4-FFF2-40B4-BE49-F238E27FC236}">
                <a16:creationId xmlns:a16="http://schemas.microsoft.com/office/drawing/2014/main" id="{A592CEB3-446D-D770-1D4E-FA1FC3636278}"/>
              </a:ext>
            </a:extLst>
          </p:cNvPr>
          <p:cNvSpPr>
            <a:spLocks noGrp="1"/>
          </p:cNvSpPr>
          <p:nvPr>
            <p:ph type="subTitle" idx="1"/>
          </p:nvPr>
        </p:nvSpPr>
        <p:spPr>
          <a:xfrm>
            <a:off x="1524000" y="3558906"/>
            <a:ext cx="9144000" cy="2130214"/>
          </a:xfrm>
        </p:spPr>
        <p:txBody>
          <a:bodyPr vert="horz" lIns="91440" tIns="45720" rIns="91440" bIns="45720" rtlCol="0" anchor="t">
            <a:normAutofit/>
          </a:bodyPr>
          <a:lstStyle/>
          <a:p>
            <a:endParaRPr lang="en-AU"/>
          </a:p>
          <a:p>
            <a:r>
              <a:rPr lang="en-AU" sz="1800" b="1"/>
              <a:t>Topic: Hospitalised Injuries from Road Crashes in Australia</a:t>
            </a:r>
          </a:p>
          <a:p>
            <a:r>
              <a:rPr lang="en-AU" sz="1800" b="1"/>
              <a:t>By: Helen AND AKHILA</a:t>
            </a:r>
          </a:p>
        </p:txBody>
      </p:sp>
    </p:spTree>
    <p:extLst>
      <p:ext uri="{BB962C8B-B14F-4D97-AF65-F5344CB8AC3E}">
        <p14:creationId xmlns:p14="http://schemas.microsoft.com/office/powerpoint/2010/main" val="2587805022"/>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EDE8"/>
        </a:solidFill>
        <a:effectLst/>
      </p:bgPr>
    </p:bg>
    <p:spTree>
      <p:nvGrpSpPr>
        <p:cNvPr id="1" name=""/>
        <p:cNvGrpSpPr/>
        <p:nvPr/>
      </p:nvGrpSpPr>
      <p:grpSpPr/>
      <p:sp>
        <p:nvSpPr>
          <p:cNvPr id="2" name="TextBox 1"/>
          <p:cNvSpPr txBox="1"/>
          <p:nvPr/>
        </p:nvSpPr>
        <p:spPr>
          <a:xfrm>
            <a:off x="457200" y="182880"/>
            <a:ext cx="11247120" cy="685800"/>
          </a:xfrm>
          <a:prstGeom prst="rect">
            <a:avLst/>
          </a:prstGeom>
          <a:noFill/>
        </p:spPr>
        <p:txBody>
          <a:bodyPr wrap="square">
            <a:spAutoFit/>
          </a:bodyPr>
          <a:lstStyle/>
          <a:p>
            <a:pPr algn="ctr"/>
            <a:r>
              <a:rPr sz="2800" b="1" i="0">
                <a:solidFill>
                  <a:srgbClr val="3D4543"/>
                </a:solidFill>
              </a:rPr>
              <a:t>Background &amp; Motivation</a:t>
            </a:r>
          </a:p>
        </p:txBody>
      </p:sp>
      <p:cxnSp>
        <p:nvCxnSpPr>
          <p:cNvPr id="3" name="Connector 2"/>
          <p:cNvCxnSpPr/>
          <p:nvPr/>
        </p:nvCxnSpPr>
        <p:spPr>
          <a:xfrm>
            <a:off x="457200" y="914400"/>
            <a:ext cx="11247120" cy="0"/>
          </a:xfrm>
          <a:prstGeom prst="line">
            <a:avLst/>
          </a:prstGeom>
          <a:ln w="9525">
            <a:solidFill>
              <a:srgbClr val="C8C0B8"/>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11480" y="1005840"/>
            <a:ext cx="3657600" cy="1737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3657600" cy="914400"/>
          </a:xfrm>
          <a:prstGeom prst="rect">
            <a:avLst/>
          </a:prstGeom>
          <a:noFill/>
        </p:spPr>
        <p:txBody>
          <a:bodyPr wrap="square">
            <a:spAutoFit/>
          </a:bodyPr>
          <a:lstStyle/>
          <a:p>
            <a:pPr algn="ctr"/>
            <a:r>
              <a:rPr sz="3600" b="1" i="0">
                <a:solidFill>
                  <a:srgbClr val="FFFFFF"/>
                </a:solidFill>
              </a:rPr>
              <a:t>~45,000</a:t>
            </a:r>
          </a:p>
        </p:txBody>
      </p:sp>
      <p:sp>
        <p:nvSpPr>
          <p:cNvPr id="6" name="TextBox 5"/>
          <p:cNvSpPr txBox="1"/>
          <p:nvPr/>
        </p:nvSpPr>
        <p:spPr>
          <a:xfrm>
            <a:off x="411480" y="1920240"/>
            <a:ext cx="3657600" cy="777240"/>
          </a:xfrm>
          <a:prstGeom prst="rect">
            <a:avLst/>
          </a:prstGeom>
          <a:noFill/>
        </p:spPr>
        <p:txBody>
          <a:bodyPr wrap="square">
            <a:spAutoFit/>
          </a:bodyPr>
          <a:lstStyle/>
          <a:p>
            <a:pPr algn="ctr"/>
            <a:r>
              <a:rPr sz="1200" b="0" i="0">
                <a:solidFill>
                  <a:srgbClr val="B8D8E0"/>
                </a:solidFill>
              </a:rPr>
              <a:t>hospitalisations/year
from road crashes nationally</a:t>
            </a:r>
          </a:p>
        </p:txBody>
      </p:sp>
      <p:sp>
        <p:nvSpPr>
          <p:cNvPr id="7" name="Rectangle 6"/>
          <p:cNvSpPr/>
          <p:nvPr/>
        </p:nvSpPr>
        <p:spPr>
          <a:xfrm>
            <a:off x="4343400" y="1005840"/>
            <a:ext cx="3657600" cy="1737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43400" y="1051560"/>
            <a:ext cx="3657600" cy="914400"/>
          </a:xfrm>
          <a:prstGeom prst="rect">
            <a:avLst/>
          </a:prstGeom>
          <a:noFill/>
        </p:spPr>
        <p:txBody>
          <a:bodyPr wrap="square">
            <a:spAutoFit/>
          </a:bodyPr>
          <a:lstStyle/>
          <a:p>
            <a:pPr algn="ctr"/>
            <a:r>
              <a:rPr sz="3600" b="1" i="0">
                <a:solidFill>
                  <a:srgbClr val="FFFFFF"/>
                </a:solidFill>
              </a:rPr>
              <a:t>3rd</a:t>
            </a:r>
          </a:p>
        </p:txBody>
      </p:sp>
      <p:sp>
        <p:nvSpPr>
          <p:cNvPr id="9" name="TextBox 8"/>
          <p:cNvSpPr txBox="1"/>
          <p:nvPr/>
        </p:nvSpPr>
        <p:spPr>
          <a:xfrm>
            <a:off x="4343400" y="1920240"/>
            <a:ext cx="3657600" cy="777240"/>
          </a:xfrm>
          <a:prstGeom prst="rect">
            <a:avLst/>
          </a:prstGeom>
          <a:noFill/>
        </p:spPr>
        <p:txBody>
          <a:bodyPr wrap="square">
            <a:spAutoFit/>
          </a:bodyPr>
          <a:lstStyle/>
          <a:p>
            <a:pPr algn="ctr"/>
            <a:r>
              <a:rPr sz="1200" b="0" i="0">
                <a:solidFill>
                  <a:srgbClr val="B8D8E0"/>
                </a:solidFill>
              </a:rPr>
              <a:t>leading cause of
injury hospitalisation in Australia</a:t>
            </a:r>
          </a:p>
        </p:txBody>
      </p:sp>
      <p:sp>
        <p:nvSpPr>
          <p:cNvPr id="10" name="Rectangle 9"/>
          <p:cNvSpPr/>
          <p:nvPr/>
        </p:nvSpPr>
        <p:spPr>
          <a:xfrm>
            <a:off x="8275319" y="1005840"/>
            <a:ext cx="3657600" cy="1737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19" y="1051560"/>
            <a:ext cx="3657600" cy="914400"/>
          </a:xfrm>
          <a:prstGeom prst="rect">
            <a:avLst/>
          </a:prstGeom>
          <a:noFill/>
        </p:spPr>
        <p:txBody>
          <a:bodyPr wrap="square">
            <a:spAutoFit/>
          </a:bodyPr>
          <a:lstStyle/>
          <a:p>
            <a:pPr algn="ctr"/>
            <a:r>
              <a:rPr sz="3600" b="1" i="0">
                <a:solidFill>
                  <a:srgbClr val="FFFFFF"/>
                </a:solidFill>
              </a:rPr>
              <a:t>~3×</a:t>
            </a:r>
          </a:p>
        </p:txBody>
      </p:sp>
      <p:sp>
        <p:nvSpPr>
          <p:cNvPr id="12" name="TextBox 11"/>
          <p:cNvSpPr txBox="1"/>
          <p:nvPr/>
        </p:nvSpPr>
        <p:spPr>
          <a:xfrm>
            <a:off x="8275319" y="1920240"/>
            <a:ext cx="3657600" cy="777240"/>
          </a:xfrm>
          <a:prstGeom prst="rect">
            <a:avLst/>
          </a:prstGeom>
          <a:noFill/>
        </p:spPr>
        <p:txBody>
          <a:bodyPr wrap="square">
            <a:spAutoFit/>
          </a:bodyPr>
          <a:lstStyle/>
          <a:p>
            <a:pPr algn="ctr"/>
            <a:r>
              <a:rPr sz="1200" b="0" i="0">
                <a:solidFill>
                  <a:srgbClr val="B8D8E0"/>
                </a:solidFill>
              </a:rPr>
              <a:t>higher rate for First
Nations vs non-Indigenous</a:t>
            </a:r>
          </a:p>
        </p:txBody>
      </p:sp>
      <p:sp>
        <p:nvSpPr>
          <p:cNvPr id="13" name="Rectangle 12"/>
          <p:cNvSpPr/>
          <p:nvPr/>
        </p:nvSpPr>
        <p:spPr>
          <a:xfrm>
            <a:off x="411480" y="2880360"/>
            <a:ext cx="5486400" cy="3520440"/>
          </a:xfrm>
          <a:prstGeom prst="rect">
            <a:avLst/>
          </a:prstGeom>
          <a:solidFill>
            <a:srgbClr val="FFFFFF"/>
          </a:solidFill>
          <a:ln>
            <a:solidFill>
              <a:srgbClr val="D0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971800"/>
            <a:ext cx="5212080" cy="411480"/>
          </a:xfrm>
          <a:prstGeom prst="rect">
            <a:avLst/>
          </a:prstGeom>
          <a:noFill/>
        </p:spPr>
        <p:txBody>
          <a:bodyPr wrap="square">
            <a:spAutoFit/>
          </a:bodyPr>
          <a:lstStyle/>
          <a:p>
            <a:pPr algn="l"/>
            <a:r>
              <a:rPr sz="1500" b="1" i="0">
                <a:solidFill>
                  <a:srgbClr val="1B3A5C"/>
                </a:solidFill>
              </a:rPr>
              <a:t>Why This Matters</a:t>
            </a:r>
          </a:p>
        </p:txBody>
      </p:sp>
      <p:sp>
        <p:nvSpPr>
          <p:cNvPr id="15" name="TextBox 14"/>
          <p:cNvSpPr txBox="1"/>
          <p:nvPr/>
        </p:nvSpPr>
        <p:spPr>
          <a:xfrm>
            <a:off x="548640" y="3401568"/>
            <a:ext cx="5212080" cy="2834640"/>
          </a:xfrm>
          <a:prstGeom prst="rect">
            <a:avLst/>
          </a:prstGeom>
          <a:noFill/>
        </p:spPr>
        <p:txBody>
          <a:bodyPr wrap="square">
            <a:spAutoFit/>
          </a:bodyPr>
          <a:lstStyle/>
          <a:p>
            <a:pPr algn="l"/>
            <a:r>
              <a:rPr sz="1400" b="0" i="0">
                <a:solidFill>
                  <a:srgbClr val="3D4543"/>
                </a:solidFill>
              </a:rPr>
              <a:t>Road crash deaths get media attention, but non-fatal injuries create a far larger ongoing burden — long hospital stays, ongoing care, and loss of work.
First Nations peoples face disproportionately high hospitalisation rates, particularly in remote areas. Government data exists but sits in complex spreadsheets inaccessible to most people.</a:t>
            </a:r>
          </a:p>
        </p:txBody>
      </p:sp>
      <p:sp>
        <p:nvSpPr>
          <p:cNvPr id="16" name="Rectangle 15"/>
          <p:cNvSpPr/>
          <p:nvPr/>
        </p:nvSpPr>
        <p:spPr>
          <a:xfrm>
            <a:off x="6172200" y="2880360"/>
            <a:ext cx="5486400" cy="3520440"/>
          </a:xfrm>
          <a:prstGeom prst="rect">
            <a:avLst/>
          </a:prstGeom>
          <a:solidFill>
            <a:srgbClr val="D6EEF2"/>
          </a:solidFill>
          <a:ln>
            <a:solidFill>
              <a:srgbClr val="D0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2971800"/>
            <a:ext cx="5212080" cy="411480"/>
          </a:xfrm>
          <a:prstGeom prst="rect">
            <a:avLst/>
          </a:prstGeom>
          <a:noFill/>
        </p:spPr>
        <p:txBody>
          <a:bodyPr wrap="square">
            <a:spAutoFit/>
          </a:bodyPr>
          <a:lstStyle/>
          <a:p>
            <a:pPr algn="l"/>
            <a:r>
              <a:rPr sz="1500" b="1" i="0">
                <a:solidFill>
                  <a:srgbClr val="1B3A5C"/>
                </a:solidFill>
              </a:rPr>
              <a:t>Our Solution</a:t>
            </a:r>
          </a:p>
        </p:txBody>
      </p:sp>
      <p:sp>
        <p:nvSpPr>
          <p:cNvPr id="18" name="TextBox 17"/>
          <p:cNvSpPr txBox="1"/>
          <p:nvPr/>
        </p:nvSpPr>
        <p:spPr>
          <a:xfrm>
            <a:off x="6309360" y="3401568"/>
            <a:ext cx="5212080" cy="2834640"/>
          </a:xfrm>
          <a:prstGeom prst="rect">
            <a:avLst/>
          </a:prstGeom>
          <a:noFill/>
        </p:spPr>
        <p:txBody>
          <a:bodyPr wrap="square">
            <a:spAutoFit/>
          </a:bodyPr>
          <a:lstStyle/>
          <a:p>
            <a:pPr algn="l"/>
            <a:r>
              <a:rPr sz="1400" b="0" i="0">
                <a:solidFill>
                  <a:srgbClr val="3D4543"/>
                </a:solidFill>
              </a:rPr>
              <a:t>We turn raw BITRE hospitalisation data (2011–2021) into an interactive website built with D3.js.
Users can:
• Explore trends over 11 years
• Compare First Nations vs non-Indigenous rates
• Filter by age group, road user type, and remoteness
• Identify where disparities are largest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EDE8"/>
        </a:solidFill>
        <a:effectLst/>
      </p:bgPr>
    </p:bg>
    <p:spTree>
      <p:nvGrpSpPr>
        <p:cNvPr id="1" name=""/>
        <p:cNvGrpSpPr/>
        <p:nvPr/>
      </p:nvGrpSpPr>
      <p:grpSpPr/>
      <p:sp>
        <p:nvSpPr>
          <p:cNvPr id="2" name="TextBox 1"/>
          <p:cNvSpPr txBox="1"/>
          <p:nvPr/>
        </p:nvSpPr>
        <p:spPr>
          <a:xfrm>
            <a:off x="457200" y="182880"/>
            <a:ext cx="11247120" cy="685800"/>
          </a:xfrm>
          <a:prstGeom prst="rect">
            <a:avLst/>
          </a:prstGeom>
          <a:noFill/>
        </p:spPr>
        <p:txBody>
          <a:bodyPr wrap="square">
            <a:spAutoFit/>
          </a:bodyPr>
          <a:lstStyle/>
          <a:p>
            <a:pPr algn="ctr"/>
            <a:r>
              <a:rPr sz="2800" b="1" i="0">
                <a:solidFill>
                  <a:srgbClr val="3D4543"/>
                </a:solidFill>
              </a:rPr>
              <a:t>Visualisation Purpose</a:t>
            </a:r>
          </a:p>
        </p:txBody>
      </p:sp>
      <p:cxnSp>
        <p:nvCxnSpPr>
          <p:cNvPr id="3" name="Connector 2"/>
          <p:cNvCxnSpPr/>
          <p:nvPr/>
        </p:nvCxnSpPr>
        <p:spPr>
          <a:xfrm>
            <a:off x="457200" y="914400"/>
            <a:ext cx="11247120" cy="0"/>
          </a:xfrm>
          <a:prstGeom prst="line">
            <a:avLst/>
          </a:prstGeom>
          <a:ln w="9525">
            <a:solidFill>
              <a:srgbClr val="C8C0B8"/>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11480" y="1005840"/>
            <a:ext cx="11292840" cy="594360"/>
          </a:xfrm>
          <a:prstGeom prst="rect">
            <a:avLst/>
          </a:prstGeom>
          <a:solidFill>
            <a:srgbClr val="EEF6F8"/>
          </a:solidFill>
          <a:ln>
            <a:solidFill>
              <a:srgbClr val="D0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51560"/>
            <a:ext cx="1828800" cy="384048"/>
          </a:xfrm>
          <a:prstGeom prst="rect">
            <a:avLst/>
          </a:prstGeom>
          <a:noFill/>
        </p:spPr>
        <p:txBody>
          <a:bodyPr wrap="square">
            <a:spAutoFit/>
          </a:bodyPr>
          <a:lstStyle/>
          <a:p>
            <a:pPr algn="l"/>
            <a:r>
              <a:rPr sz="1200" b="1" i="0">
                <a:solidFill>
                  <a:srgbClr val="1B3A5C"/>
                </a:solidFill>
              </a:rPr>
              <a:t>Target Audience:</a:t>
            </a:r>
          </a:p>
        </p:txBody>
      </p:sp>
      <p:sp>
        <p:nvSpPr>
          <p:cNvPr id="6" name="TextBox 5"/>
          <p:cNvSpPr txBox="1"/>
          <p:nvPr/>
        </p:nvSpPr>
        <p:spPr>
          <a:xfrm>
            <a:off x="2423160" y="1051560"/>
            <a:ext cx="9052560" cy="384048"/>
          </a:xfrm>
          <a:prstGeom prst="rect">
            <a:avLst/>
          </a:prstGeom>
          <a:noFill/>
        </p:spPr>
        <p:txBody>
          <a:bodyPr wrap="square">
            <a:spAutoFit/>
          </a:bodyPr>
          <a:lstStyle/>
          <a:p>
            <a:pPr algn="l"/>
            <a:r>
              <a:rPr sz="1200" b="0" i="0">
                <a:solidFill>
                  <a:srgbClr val="3D4543"/>
                </a:solidFill>
              </a:rPr>
              <a:t>Policymakers &amp; public health researchers  ·  Road safety organisations  ·  General public &amp; journalists</a:t>
            </a:r>
          </a:p>
        </p:txBody>
      </p:sp>
      <p:sp>
        <p:nvSpPr>
          <p:cNvPr id="7" name="Rectangle 6"/>
          <p:cNvSpPr/>
          <p:nvPr/>
        </p:nvSpPr>
        <p:spPr>
          <a:xfrm>
            <a:off x="411480" y="1737360"/>
            <a:ext cx="5669280" cy="2240280"/>
          </a:xfrm>
          <a:prstGeom prst="rect">
            <a:avLst/>
          </a:prstGeom>
          <a:solidFill>
            <a:srgbClr val="FFFFFF"/>
          </a:solidFill>
          <a:ln>
            <a:solidFill>
              <a:srgbClr val="D0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737360"/>
            <a:ext cx="731520" cy="2240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737360"/>
            <a:ext cx="731520" cy="2240280"/>
          </a:xfrm>
          <a:prstGeom prst="rect">
            <a:avLst/>
          </a:prstGeom>
          <a:noFill/>
        </p:spPr>
        <p:txBody>
          <a:bodyPr wrap="square">
            <a:spAutoFit/>
          </a:bodyPr>
          <a:lstStyle/>
          <a:p>
            <a:pPr algn="ctr"/>
            <a:r>
              <a:rPr sz="1800" b="1" i="0">
                <a:solidFill>
                  <a:srgbClr val="FFFFFF"/>
                </a:solidFill>
              </a:rPr>
              <a:t>Q1</a:t>
            </a:r>
          </a:p>
        </p:txBody>
      </p:sp>
      <p:sp>
        <p:nvSpPr>
          <p:cNvPr id="10" name="TextBox 9"/>
          <p:cNvSpPr txBox="1"/>
          <p:nvPr/>
        </p:nvSpPr>
        <p:spPr>
          <a:xfrm>
            <a:off x="1234440" y="1828800"/>
            <a:ext cx="4663440" cy="457200"/>
          </a:xfrm>
          <a:prstGeom prst="rect">
            <a:avLst/>
          </a:prstGeom>
          <a:noFill/>
        </p:spPr>
        <p:txBody>
          <a:bodyPr wrap="square">
            <a:spAutoFit/>
          </a:bodyPr>
          <a:lstStyle/>
          <a:p>
            <a:pPr algn="l"/>
            <a:r>
              <a:rPr sz="1300" b="1" i="0">
                <a:solidFill>
                  <a:srgbClr val="1B7F8E"/>
                </a:solidFill>
              </a:rPr>
              <a:t>Trends Over Time</a:t>
            </a:r>
          </a:p>
        </p:txBody>
      </p:sp>
      <p:sp>
        <p:nvSpPr>
          <p:cNvPr id="11" name="TextBox 10"/>
          <p:cNvSpPr txBox="1"/>
          <p:nvPr/>
        </p:nvSpPr>
        <p:spPr>
          <a:xfrm>
            <a:off x="1234440" y="2304288"/>
            <a:ext cx="4663440" cy="1572768"/>
          </a:xfrm>
          <a:prstGeom prst="rect">
            <a:avLst/>
          </a:prstGeom>
          <a:noFill/>
        </p:spPr>
        <p:txBody>
          <a:bodyPr wrap="square">
            <a:spAutoFit/>
          </a:bodyPr>
          <a:lstStyle/>
          <a:p>
            <a:pPr algn="l"/>
            <a:r>
              <a:rPr sz="1200" b="0" i="0">
                <a:solidFill>
                  <a:srgbClr val="3D4543"/>
                </a:solidFill>
              </a:rPr>
              <a:t>How have hospitalisation numbers for First Nations peoples changed each year from 2011–2021, and how does this compare to non-Indigenous Australians?</a:t>
            </a:r>
          </a:p>
        </p:txBody>
      </p:sp>
      <p:sp>
        <p:nvSpPr>
          <p:cNvPr id="12" name="Rectangle 11"/>
          <p:cNvSpPr/>
          <p:nvPr/>
        </p:nvSpPr>
        <p:spPr>
          <a:xfrm>
            <a:off x="6355080" y="1737360"/>
            <a:ext cx="5669280" cy="2240280"/>
          </a:xfrm>
          <a:prstGeom prst="rect">
            <a:avLst/>
          </a:prstGeom>
          <a:solidFill>
            <a:srgbClr val="FFFFFF"/>
          </a:solidFill>
          <a:ln>
            <a:solidFill>
              <a:srgbClr val="D0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1737360"/>
            <a:ext cx="731520" cy="2240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737360"/>
            <a:ext cx="731520" cy="2240280"/>
          </a:xfrm>
          <a:prstGeom prst="rect">
            <a:avLst/>
          </a:prstGeom>
          <a:noFill/>
        </p:spPr>
        <p:txBody>
          <a:bodyPr wrap="square">
            <a:spAutoFit/>
          </a:bodyPr>
          <a:lstStyle/>
          <a:p>
            <a:pPr algn="ctr"/>
            <a:r>
              <a:rPr sz="1800" b="1" i="0">
                <a:solidFill>
                  <a:srgbClr val="FFFFFF"/>
                </a:solidFill>
              </a:rPr>
              <a:t>Q2</a:t>
            </a:r>
          </a:p>
        </p:txBody>
      </p:sp>
      <p:sp>
        <p:nvSpPr>
          <p:cNvPr id="15" name="TextBox 14"/>
          <p:cNvSpPr txBox="1"/>
          <p:nvPr/>
        </p:nvSpPr>
        <p:spPr>
          <a:xfrm>
            <a:off x="7178040" y="1828800"/>
            <a:ext cx="4663440" cy="457200"/>
          </a:xfrm>
          <a:prstGeom prst="rect">
            <a:avLst/>
          </a:prstGeom>
          <a:noFill/>
        </p:spPr>
        <p:txBody>
          <a:bodyPr wrap="square">
            <a:spAutoFit/>
          </a:bodyPr>
          <a:lstStyle/>
          <a:p>
            <a:pPr algn="l"/>
            <a:r>
              <a:rPr sz="1300" b="1" i="0">
                <a:solidFill>
                  <a:srgbClr val="1B7F8E"/>
                </a:solidFill>
              </a:rPr>
              <a:t>Age Group Differences</a:t>
            </a:r>
          </a:p>
        </p:txBody>
      </p:sp>
      <p:sp>
        <p:nvSpPr>
          <p:cNvPr id="16" name="TextBox 15"/>
          <p:cNvSpPr txBox="1"/>
          <p:nvPr/>
        </p:nvSpPr>
        <p:spPr>
          <a:xfrm>
            <a:off x="7178040" y="2304288"/>
            <a:ext cx="4663440" cy="1572768"/>
          </a:xfrm>
          <a:prstGeom prst="rect">
            <a:avLst/>
          </a:prstGeom>
          <a:noFill/>
        </p:spPr>
        <p:txBody>
          <a:bodyPr wrap="square">
            <a:spAutoFit/>
          </a:bodyPr>
          <a:lstStyle/>
          <a:p>
            <a:pPr algn="l"/>
            <a:r>
              <a:rPr sz="1200" b="0" i="0">
                <a:solidFill>
                  <a:srgbClr val="3D4543"/>
                </a:solidFill>
              </a:rPr>
              <a:t>Which age groups have the highest hospitalisations among First Nations peoples — is it young adults (17–25) or other cohorts?</a:t>
            </a:r>
          </a:p>
        </p:txBody>
      </p:sp>
      <p:sp>
        <p:nvSpPr>
          <p:cNvPr id="17" name="Rectangle 16"/>
          <p:cNvSpPr/>
          <p:nvPr/>
        </p:nvSpPr>
        <p:spPr>
          <a:xfrm>
            <a:off x="411480" y="4160520"/>
            <a:ext cx="5669280" cy="2240280"/>
          </a:xfrm>
          <a:prstGeom prst="rect">
            <a:avLst/>
          </a:prstGeom>
          <a:solidFill>
            <a:srgbClr val="FFFFFF"/>
          </a:solidFill>
          <a:ln>
            <a:solidFill>
              <a:srgbClr val="D0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4160520"/>
            <a:ext cx="731520" cy="2240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4160520"/>
            <a:ext cx="731520" cy="2240280"/>
          </a:xfrm>
          <a:prstGeom prst="rect">
            <a:avLst/>
          </a:prstGeom>
          <a:noFill/>
        </p:spPr>
        <p:txBody>
          <a:bodyPr wrap="square">
            <a:spAutoFit/>
          </a:bodyPr>
          <a:lstStyle/>
          <a:p>
            <a:pPr algn="ctr"/>
            <a:r>
              <a:rPr sz="1800" b="1" i="0">
                <a:solidFill>
                  <a:srgbClr val="FFFFFF"/>
                </a:solidFill>
              </a:rPr>
              <a:t>Q3</a:t>
            </a:r>
          </a:p>
        </p:txBody>
      </p:sp>
      <p:sp>
        <p:nvSpPr>
          <p:cNvPr id="20" name="TextBox 19"/>
          <p:cNvSpPr txBox="1"/>
          <p:nvPr/>
        </p:nvSpPr>
        <p:spPr>
          <a:xfrm>
            <a:off x="1234440" y="4251960"/>
            <a:ext cx="4663440" cy="457200"/>
          </a:xfrm>
          <a:prstGeom prst="rect">
            <a:avLst/>
          </a:prstGeom>
          <a:noFill/>
        </p:spPr>
        <p:txBody>
          <a:bodyPr wrap="square">
            <a:spAutoFit/>
          </a:bodyPr>
          <a:lstStyle/>
          <a:p>
            <a:pPr algn="l"/>
            <a:r>
              <a:rPr sz="1300" b="1" i="0">
                <a:solidFill>
                  <a:srgbClr val="1B7F8E"/>
                </a:solidFill>
              </a:rPr>
              <a:t>Location &amp; Remoteness</a:t>
            </a:r>
          </a:p>
        </p:txBody>
      </p:sp>
      <p:sp>
        <p:nvSpPr>
          <p:cNvPr id="21" name="TextBox 20"/>
          <p:cNvSpPr txBox="1"/>
          <p:nvPr/>
        </p:nvSpPr>
        <p:spPr>
          <a:xfrm>
            <a:off x="1234440" y="4727448"/>
            <a:ext cx="4663440" cy="1572768"/>
          </a:xfrm>
          <a:prstGeom prst="rect">
            <a:avLst/>
          </a:prstGeom>
          <a:noFill/>
        </p:spPr>
        <p:txBody>
          <a:bodyPr wrap="square">
            <a:spAutoFit/>
          </a:bodyPr>
          <a:lstStyle/>
          <a:p>
            <a:pPr algn="l"/>
            <a:r>
              <a:rPr sz="1200" b="0" i="0">
                <a:solidFill>
                  <a:srgbClr val="3D4543"/>
                </a:solidFill>
              </a:rPr>
              <a:t>Do patterns differ between Major Cities, Regional, and Remote areas for First Nations peoples?</a:t>
            </a:r>
          </a:p>
        </p:txBody>
      </p:sp>
      <p:sp>
        <p:nvSpPr>
          <p:cNvPr id="22" name="Rectangle 21"/>
          <p:cNvSpPr/>
          <p:nvPr/>
        </p:nvSpPr>
        <p:spPr>
          <a:xfrm>
            <a:off x="6355080" y="4160520"/>
            <a:ext cx="5669280" cy="2240280"/>
          </a:xfrm>
          <a:prstGeom prst="rect">
            <a:avLst/>
          </a:prstGeom>
          <a:solidFill>
            <a:srgbClr val="FFFFFF"/>
          </a:solidFill>
          <a:ln>
            <a:solidFill>
              <a:srgbClr val="D0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55080" y="4160520"/>
            <a:ext cx="731520" cy="2240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4160520"/>
            <a:ext cx="731520" cy="2240280"/>
          </a:xfrm>
          <a:prstGeom prst="rect">
            <a:avLst/>
          </a:prstGeom>
          <a:noFill/>
        </p:spPr>
        <p:txBody>
          <a:bodyPr wrap="square">
            <a:spAutoFit/>
          </a:bodyPr>
          <a:lstStyle/>
          <a:p>
            <a:pPr algn="ctr"/>
            <a:r>
              <a:rPr sz="1800" b="1" i="0">
                <a:solidFill>
                  <a:srgbClr val="FFFFFF"/>
                </a:solidFill>
              </a:rPr>
              <a:t>Q4</a:t>
            </a:r>
          </a:p>
        </p:txBody>
      </p:sp>
      <p:sp>
        <p:nvSpPr>
          <p:cNvPr id="25" name="TextBox 24"/>
          <p:cNvSpPr txBox="1"/>
          <p:nvPr/>
        </p:nvSpPr>
        <p:spPr>
          <a:xfrm>
            <a:off x="7178040" y="4251960"/>
            <a:ext cx="4663440" cy="457200"/>
          </a:xfrm>
          <a:prstGeom prst="rect">
            <a:avLst/>
          </a:prstGeom>
          <a:noFill/>
        </p:spPr>
        <p:txBody>
          <a:bodyPr wrap="square">
            <a:spAutoFit/>
          </a:bodyPr>
          <a:lstStyle/>
          <a:p>
            <a:pPr algn="l"/>
            <a:r>
              <a:rPr sz="1300" b="1" i="0">
                <a:solidFill>
                  <a:srgbClr val="1B7F8E"/>
                </a:solidFill>
              </a:rPr>
              <a:t>Road User Types</a:t>
            </a:r>
          </a:p>
        </p:txBody>
      </p:sp>
      <p:sp>
        <p:nvSpPr>
          <p:cNvPr id="26" name="TextBox 25"/>
          <p:cNvSpPr txBox="1"/>
          <p:nvPr/>
        </p:nvSpPr>
        <p:spPr>
          <a:xfrm>
            <a:off x="7178040" y="4727448"/>
            <a:ext cx="4663440" cy="1572768"/>
          </a:xfrm>
          <a:prstGeom prst="rect">
            <a:avLst/>
          </a:prstGeom>
          <a:noFill/>
        </p:spPr>
        <p:txBody>
          <a:bodyPr wrap="square">
            <a:spAutoFit/>
          </a:bodyPr>
          <a:lstStyle/>
          <a:p>
            <a:pPr algn="l"/>
            <a:r>
              <a:rPr sz="1200" b="0" i="0">
                <a:solidFill>
                  <a:srgbClr val="3D4543"/>
                </a:solidFill>
              </a:rPr>
              <a:t>Which road users (car occupants, motorcyclists, pedestrians) are most often hospitalised, and has this changed over 11 years?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EDE8"/>
        </a:solidFill>
        <a:effectLst/>
      </p:bgPr>
    </p:bg>
    <p:spTree>
      <p:nvGrpSpPr>
        <p:cNvPr id="1" name=""/>
        <p:cNvGrpSpPr/>
        <p:nvPr/>
      </p:nvGrpSpPr>
      <p:grpSpPr/>
      <p:sp>
        <p:nvSpPr>
          <p:cNvPr id="2" name="TextBox 1"/>
          <p:cNvSpPr txBox="1"/>
          <p:nvPr/>
        </p:nvSpPr>
        <p:spPr>
          <a:xfrm>
            <a:off x="457200" y="182880"/>
            <a:ext cx="11247120" cy="685800"/>
          </a:xfrm>
          <a:prstGeom prst="rect">
            <a:avLst/>
          </a:prstGeom>
          <a:noFill/>
        </p:spPr>
        <p:txBody>
          <a:bodyPr wrap="square">
            <a:spAutoFit/>
          </a:bodyPr>
          <a:lstStyle/>
          <a:p>
            <a:pPr algn="ctr"/>
            <a:r>
              <a:rPr sz="2800" b="1" i="0">
                <a:solidFill>
                  <a:srgbClr val="3D4543"/>
                </a:solidFill>
              </a:rPr>
              <a:t>Visualisation Design</a:t>
            </a:r>
          </a:p>
        </p:txBody>
      </p:sp>
      <p:cxnSp>
        <p:nvCxnSpPr>
          <p:cNvPr id="3" name="Connector 2"/>
          <p:cNvCxnSpPr/>
          <p:nvPr/>
        </p:nvCxnSpPr>
        <p:spPr>
          <a:xfrm>
            <a:off x="457200" y="914400"/>
            <a:ext cx="11247120" cy="0"/>
          </a:xfrm>
          <a:prstGeom prst="line">
            <a:avLst/>
          </a:prstGeom>
          <a:ln w="9525">
            <a:solidFill>
              <a:srgbClr val="C8C0B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1005840"/>
            <a:ext cx="5486400" cy="411480"/>
          </a:xfrm>
          <a:prstGeom prst="rect">
            <a:avLst/>
          </a:prstGeom>
          <a:noFill/>
        </p:spPr>
        <p:txBody>
          <a:bodyPr wrap="square">
            <a:spAutoFit/>
          </a:bodyPr>
          <a:lstStyle/>
          <a:p>
            <a:pPr algn="l"/>
            <a:r>
              <a:rPr sz="1500" b="1" i="0">
                <a:solidFill>
                  <a:srgbClr val="1B3A5C"/>
                </a:solidFill>
              </a:rPr>
              <a:t>Chart Types Chosen</a:t>
            </a:r>
          </a:p>
        </p:txBody>
      </p:sp>
      <p:sp>
        <p:nvSpPr>
          <p:cNvPr id="5" name="Rectangle 4"/>
          <p:cNvSpPr/>
          <p:nvPr/>
        </p:nvSpPr>
        <p:spPr>
          <a:xfrm>
            <a:off x="411480" y="1481328"/>
            <a:ext cx="5486400" cy="1170432"/>
          </a:xfrm>
          <a:prstGeom prst="rect">
            <a:avLst/>
          </a:prstGeom>
          <a:solidFill>
            <a:srgbClr val="FFFFFF"/>
          </a:solidFill>
          <a:ln>
            <a:solidFill>
              <a:srgbClr val="D0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481328"/>
            <a:ext cx="109728" cy="1170432"/>
          </a:xfrm>
          <a:prstGeom prst="rect">
            <a:avLst/>
          </a:prstGeom>
          <a:solidFill>
            <a:srgbClr val="1B7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554480"/>
            <a:ext cx="5120640" cy="365760"/>
          </a:xfrm>
          <a:prstGeom prst="rect">
            <a:avLst/>
          </a:prstGeom>
          <a:noFill/>
        </p:spPr>
        <p:txBody>
          <a:bodyPr wrap="square">
            <a:spAutoFit/>
          </a:bodyPr>
          <a:lstStyle/>
          <a:p>
            <a:pPr algn="l"/>
            <a:r>
              <a:rPr sz="1300" b="1" i="0">
                <a:solidFill>
                  <a:srgbClr val="1B3A5C"/>
                </a:solidFill>
              </a:rPr>
              <a:t>Line Chart</a:t>
            </a:r>
          </a:p>
        </p:txBody>
      </p:sp>
      <p:sp>
        <p:nvSpPr>
          <p:cNvPr id="8" name="TextBox 7"/>
          <p:cNvSpPr txBox="1"/>
          <p:nvPr/>
        </p:nvSpPr>
        <p:spPr>
          <a:xfrm>
            <a:off x="621792" y="1938528"/>
            <a:ext cx="5120640" cy="658368"/>
          </a:xfrm>
          <a:prstGeom prst="rect">
            <a:avLst/>
          </a:prstGeom>
          <a:noFill/>
        </p:spPr>
        <p:txBody>
          <a:bodyPr wrap="square">
            <a:spAutoFit/>
          </a:bodyPr>
          <a:lstStyle/>
          <a:p>
            <a:pPr algn="l"/>
            <a:r>
              <a:rPr sz="1200" b="0" i="0">
                <a:solidFill>
                  <a:srgbClr val="5A6B6E"/>
                </a:solidFill>
              </a:rPr>
              <a:t>Trends 2011–2021. Two lines (First Nations vs non-Indigenous) — gap communicates disparity directly.</a:t>
            </a:r>
          </a:p>
        </p:txBody>
      </p:sp>
      <p:sp>
        <p:nvSpPr>
          <p:cNvPr id="9" name="Rectangle 8"/>
          <p:cNvSpPr/>
          <p:nvPr/>
        </p:nvSpPr>
        <p:spPr>
          <a:xfrm>
            <a:off x="411480" y="2779776"/>
            <a:ext cx="5486400" cy="1170432"/>
          </a:xfrm>
          <a:prstGeom prst="rect">
            <a:avLst/>
          </a:prstGeom>
          <a:solidFill>
            <a:srgbClr val="FFFFFF"/>
          </a:solidFill>
          <a:ln>
            <a:solidFill>
              <a:srgbClr val="D0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779776"/>
            <a:ext cx="109728" cy="1170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2852928"/>
            <a:ext cx="5120640" cy="365760"/>
          </a:xfrm>
          <a:prstGeom prst="rect">
            <a:avLst/>
          </a:prstGeom>
          <a:noFill/>
        </p:spPr>
        <p:txBody>
          <a:bodyPr wrap="square">
            <a:spAutoFit/>
          </a:bodyPr>
          <a:lstStyle/>
          <a:p>
            <a:pPr algn="l"/>
            <a:r>
              <a:rPr sz="1300" b="1" i="0">
                <a:solidFill>
                  <a:srgbClr val="1B3A5C"/>
                </a:solidFill>
              </a:rPr>
              <a:t>Grouped Bar Chart</a:t>
            </a:r>
          </a:p>
        </p:txBody>
      </p:sp>
      <p:sp>
        <p:nvSpPr>
          <p:cNvPr id="12" name="TextBox 11"/>
          <p:cNvSpPr txBox="1"/>
          <p:nvPr/>
        </p:nvSpPr>
        <p:spPr>
          <a:xfrm>
            <a:off x="621792" y="3236976"/>
            <a:ext cx="5120640" cy="658368"/>
          </a:xfrm>
          <a:prstGeom prst="rect">
            <a:avLst/>
          </a:prstGeom>
          <a:noFill/>
        </p:spPr>
        <p:txBody>
          <a:bodyPr wrap="square">
            <a:spAutoFit/>
          </a:bodyPr>
          <a:lstStyle/>
          <a:p>
            <a:pPr algn="l"/>
            <a:r>
              <a:rPr sz="1200" b="0" i="0">
                <a:solidFill>
                  <a:srgbClr val="5A6B6E"/>
                </a:solidFill>
              </a:rPr>
              <a:t>Age group &amp; road user breakdowns — ordinal categories, not continuous. Direct side-by-side comparison.</a:t>
            </a:r>
          </a:p>
        </p:txBody>
      </p:sp>
      <p:sp>
        <p:nvSpPr>
          <p:cNvPr id="13" name="Rectangle 12"/>
          <p:cNvSpPr/>
          <p:nvPr/>
        </p:nvSpPr>
        <p:spPr>
          <a:xfrm>
            <a:off x="411480" y="4078224"/>
            <a:ext cx="5486400" cy="1170432"/>
          </a:xfrm>
          <a:prstGeom prst="rect">
            <a:avLst/>
          </a:prstGeom>
          <a:solidFill>
            <a:srgbClr val="FFFFFF"/>
          </a:solidFill>
          <a:ln>
            <a:solidFill>
              <a:srgbClr val="D0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4078224"/>
            <a:ext cx="109728" cy="1170432"/>
          </a:xfrm>
          <a:prstGeom prst="rect">
            <a:avLst/>
          </a:prstGeom>
          <a:solidFill>
            <a:srgbClr val="1B7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4151376"/>
            <a:ext cx="5120640" cy="365760"/>
          </a:xfrm>
          <a:prstGeom prst="rect">
            <a:avLst/>
          </a:prstGeom>
          <a:noFill/>
        </p:spPr>
        <p:txBody>
          <a:bodyPr wrap="square">
            <a:spAutoFit/>
          </a:bodyPr>
          <a:lstStyle/>
          <a:p>
            <a:pPr algn="l"/>
            <a:r>
              <a:rPr sz="1300" b="1" i="0">
                <a:solidFill>
                  <a:srgbClr val="1B3A5C"/>
                </a:solidFill>
              </a:rPr>
              <a:t>Horizontal Bar Chart</a:t>
            </a:r>
          </a:p>
        </p:txBody>
      </p:sp>
      <p:sp>
        <p:nvSpPr>
          <p:cNvPr id="16" name="TextBox 15"/>
          <p:cNvSpPr txBox="1"/>
          <p:nvPr/>
        </p:nvSpPr>
        <p:spPr>
          <a:xfrm>
            <a:off x="621792" y="4535424"/>
            <a:ext cx="5120640" cy="658368"/>
          </a:xfrm>
          <a:prstGeom prst="rect">
            <a:avLst/>
          </a:prstGeom>
          <a:noFill/>
        </p:spPr>
        <p:txBody>
          <a:bodyPr wrap="square">
            <a:spAutoFit/>
          </a:bodyPr>
          <a:lstStyle/>
          <a:p>
            <a:pPr algn="l"/>
            <a:r>
              <a:rPr sz="1200" b="0" i="0">
                <a:solidFill>
                  <a:srgbClr val="5A6B6E"/>
                </a:solidFill>
              </a:rPr>
              <a:t>Remoteness — long labels read better on a horizontal axis.</a:t>
            </a:r>
          </a:p>
        </p:txBody>
      </p:sp>
      <p:sp>
        <p:nvSpPr>
          <p:cNvPr id="17" name="Rectangle 16"/>
          <p:cNvSpPr/>
          <p:nvPr/>
        </p:nvSpPr>
        <p:spPr>
          <a:xfrm>
            <a:off x="411480" y="5376672"/>
            <a:ext cx="5486400" cy="1170432"/>
          </a:xfrm>
          <a:prstGeom prst="rect">
            <a:avLst/>
          </a:prstGeom>
          <a:solidFill>
            <a:srgbClr val="FFFFFF"/>
          </a:solidFill>
          <a:ln>
            <a:solidFill>
              <a:srgbClr val="D0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376672"/>
            <a:ext cx="109728" cy="1170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5449824"/>
            <a:ext cx="5120640" cy="365760"/>
          </a:xfrm>
          <a:prstGeom prst="rect">
            <a:avLst/>
          </a:prstGeom>
          <a:noFill/>
        </p:spPr>
        <p:txBody>
          <a:bodyPr wrap="square">
            <a:spAutoFit/>
          </a:bodyPr>
          <a:lstStyle/>
          <a:p>
            <a:pPr algn="l"/>
            <a:r>
              <a:rPr sz="1300" b="1" i="0">
                <a:solidFill>
                  <a:srgbClr val="1B3A5C"/>
                </a:solidFill>
              </a:rPr>
              <a:t>Stacked Bar Chart</a:t>
            </a:r>
          </a:p>
        </p:txBody>
      </p:sp>
      <p:sp>
        <p:nvSpPr>
          <p:cNvPr id="20" name="TextBox 19"/>
          <p:cNvSpPr txBox="1"/>
          <p:nvPr/>
        </p:nvSpPr>
        <p:spPr>
          <a:xfrm>
            <a:off x="621792" y="5833872"/>
            <a:ext cx="5120640" cy="658368"/>
          </a:xfrm>
          <a:prstGeom prst="rect">
            <a:avLst/>
          </a:prstGeom>
          <a:noFill/>
        </p:spPr>
        <p:txBody>
          <a:bodyPr wrap="square">
            <a:spAutoFit/>
          </a:bodyPr>
          <a:lstStyle/>
          <a:p>
            <a:pPr algn="l"/>
            <a:r>
              <a:rPr sz="1200" b="0" i="0">
                <a:solidFill>
                  <a:srgbClr val="5A6B6E"/>
                </a:solidFill>
              </a:rPr>
              <a:t>Road user share by year — shows both total count and composition without misleading pie slices.</a:t>
            </a:r>
          </a:p>
        </p:txBody>
      </p:sp>
      <p:sp>
        <p:nvSpPr>
          <p:cNvPr id="21" name="TextBox 20"/>
          <p:cNvSpPr txBox="1"/>
          <p:nvPr/>
        </p:nvSpPr>
        <p:spPr>
          <a:xfrm>
            <a:off x="6172200" y="1005840"/>
            <a:ext cx="5486400" cy="411480"/>
          </a:xfrm>
          <a:prstGeom prst="rect">
            <a:avLst/>
          </a:prstGeom>
          <a:noFill/>
        </p:spPr>
        <p:txBody>
          <a:bodyPr wrap="square">
            <a:spAutoFit/>
          </a:bodyPr>
          <a:lstStyle/>
          <a:p>
            <a:pPr algn="l"/>
            <a:r>
              <a:rPr sz="1500" b="1" i="0">
                <a:solidFill>
                  <a:srgbClr val="1B3A5C"/>
                </a:solidFill>
              </a:rPr>
              <a:t>Design Principles</a:t>
            </a:r>
          </a:p>
        </p:txBody>
      </p:sp>
      <p:sp>
        <p:nvSpPr>
          <p:cNvPr id="22" name="Rectangle 21"/>
          <p:cNvSpPr/>
          <p:nvPr/>
        </p:nvSpPr>
        <p:spPr>
          <a:xfrm>
            <a:off x="6172200" y="1481328"/>
            <a:ext cx="5486400" cy="1170432"/>
          </a:xfrm>
          <a:prstGeom prst="rect">
            <a:avLst/>
          </a:prstGeom>
          <a:solidFill>
            <a:srgbClr val="FFFFFF"/>
          </a:solidFill>
          <a:ln>
            <a:solidFill>
              <a:srgbClr val="D0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1481328"/>
            <a:ext cx="109728" cy="1170432"/>
          </a:xfrm>
          <a:prstGeom prst="rect">
            <a:avLst/>
          </a:prstGeom>
          <a:solidFill>
            <a:srgbClr val="1B7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2512" y="1554480"/>
            <a:ext cx="5120640" cy="365760"/>
          </a:xfrm>
          <a:prstGeom prst="rect">
            <a:avLst/>
          </a:prstGeom>
          <a:noFill/>
        </p:spPr>
        <p:txBody>
          <a:bodyPr wrap="square">
            <a:spAutoFit/>
          </a:bodyPr>
          <a:lstStyle/>
          <a:p>
            <a:pPr algn="l"/>
            <a:r>
              <a:rPr sz="1300" b="1" i="0">
                <a:solidFill>
                  <a:srgbClr val="1B3A5C"/>
                </a:solidFill>
              </a:rPr>
              <a:t>Graphical Integrity</a:t>
            </a:r>
          </a:p>
        </p:txBody>
      </p:sp>
      <p:sp>
        <p:nvSpPr>
          <p:cNvPr id="25" name="TextBox 24"/>
          <p:cNvSpPr txBox="1"/>
          <p:nvPr/>
        </p:nvSpPr>
        <p:spPr>
          <a:xfrm>
            <a:off x="6382512" y="1938528"/>
            <a:ext cx="5120640" cy="658368"/>
          </a:xfrm>
          <a:prstGeom prst="rect">
            <a:avLst/>
          </a:prstGeom>
          <a:noFill/>
        </p:spPr>
        <p:txBody>
          <a:bodyPr wrap="square">
            <a:spAutoFit/>
          </a:bodyPr>
          <a:lstStyle/>
          <a:p>
            <a:pPr algn="l"/>
            <a:r>
              <a:rPr sz="1200" b="0" i="0">
                <a:solidFill>
                  <a:srgbClr val="5A6B6E"/>
                </a:solidFill>
              </a:rPr>
              <a:t>Axes start at zero. Each chart notes counts are not population-normalised — NT vs VIC comparisons can otherwise mislead.</a:t>
            </a:r>
          </a:p>
        </p:txBody>
      </p:sp>
      <p:sp>
        <p:nvSpPr>
          <p:cNvPr id="26" name="Rectangle 25"/>
          <p:cNvSpPr/>
          <p:nvPr/>
        </p:nvSpPr>
        <p:spPr>
          <a:xfrm>
            <a:off x="6172200" y="2779776"/>
            <a:ext cx="5486400" cy="1170432"/>
          </a:xfrm>
          <a:prstGeom prst="rect">
            <a:avLst/>
          </a:prstGeom>
          <a:solidFill>
            <a:srgbClr val="FFFFFF"/>
          </a:solidFill>
          <a:ln>
            <a:solidFill>
              <a:srgbClr val="D0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72200" y="2779776"/>
            <a:ext cx="109728" cy="1170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82512" y="2852928"/>
            <a:ext cx="5120640" cy="365760"/>
          </a:xfrm>
          <a:prstGeom prst="rect">
            <a:avLst/>
          </a:prstGeom>
          <a:noFill/>
        </p:spPr>
        <p:txBody>
          <a:bodyPr wrap="square">
            <a:spAutoFit/>
          </a:bodyPr>
          <a:lstStyle/>
          <a:p>
            <a:pPr algn="l"/>
            <a:r>
              <a:rPr sz="1300" b="1" i="0">
                <a:solidFill>
                  <a:srgbClr val="1B3A5C"/>
                </a:solidFill>
              </a:rPr>
              <a:t>Accessibility</a:t>
            </a:r>
          </a:p>
        </p:txBody>
      </p:sp>
      <p:sp>
        <p:nvSpPr>
          <p:cNvPr id="29" name="TextBox 28"/>
          <p:cNvSpPr txBox="1"/>
          <p:nvPr/>
        </p:nvSpPr>
        <p:spPr>
          <a:xfrm>
            <a:off x="6382512" y="3236976"/>
            <a:ext cx="5120640" cy="658368"/>
          </a:xfrm>
          <a:prstGeom prst="rect">
            <a:avLst/>
          </a:prstGeom>
          <a:noFill/>
        </p:spPr>
        <p:txBody>
          <a:bodyPr wrap="square">
            <a:spAutoFit/>
          </a:bodyPr>
          <a:lstStyle/>
          <a:p>
            <a:pPr algn="l"/>
            <a:r>
              <a:rPr sz="1200" b="0" i="0">
                <a:solidFill>
                  <a:srgbClr val="5A6B6E"/>
                </a:solidFill>
              </a:rPr>
              <a:t>Navy/amber palette (colourblind-safe, avoids red/green). Body text ≥14pt. WCAG AA contrast standards met.</a:t>
            </a:r>
          </a:p>
        </p:txBody>
      </p:sp>
      <p:sp>
        <p:nvSpPr>
          <p:cNvPr id="30" name="Rectangle 29"/>
          <p:cNvSpPr/>
          <p:nvPr/>
        </p:nvSpPr>
        <p:spPr>
          <a:xfrm>
            <a:off x="6172200" y="4078224"/>
            <a:ext cx="5486400" cy="1170432"/>
          </a:xfrm>
          <a:prstGeom prst="rect">
            <a:avLst/>
          </a:prstGeom>
          <a:solidFill>
            <a:srgbClr val="FFFFFF"/>
          </a:solidFill>
          <a:ln>
            <a:solidFill>
              <a:srgbClr val="D0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72200" y="4078224"/>
            <a:ext cx="109728" cy="1170432"/>
          </a:xfrm>
          <a:prstGeom prst="rect">
            <a:avLst/>
          </a:prstGeom>
          <a:solidFill>
            <a:srgbClr val="E89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82512" y="4151376"/>
            <a:ext cx="5120640" cy="365760"/>
          </a:xfrm>
          <a:prstGeom prst="rect">
            <a:avLst/>
          </a:prstGeom>
          <a:noFill/>
        </p:spPr>
        <p:txBody>
          <a:bodyPr wrap="square">
            <a:spAutoFit/>
          </a:bodyPr>
          <a:lstStyle/>
          <a:p>
            <a:pPr algn="l"/>
            <a:r>
              <a:rPr sz="1300" b="1" i="0">
                <a:solidFill>
                  <a:srgbClr val="1B3A5C"/>
                </a:solidFill>
              </a:rPr>
              <a:t>Cultural Sensitivity</a:t>
            </a:r>
          </a:p>
        </p:txBody>
      </p:sp>
      <p:sp>
        <p:nvSpPr>
          <p:cNvPr id="33" name="TextBox 32"/>
          <p:cNvSpPr txBox="1"/>
          <p:nvPr/>
        </p:nvSpPr>
        <p:spPr>
          <a:xfrm>
            <a:off x="6382512" y="4535424"/>
            <a:ext cx="5120640" cy="658368"/>
          </a:xfrm>
          <a:prstGeom prst="rect">
            <a:avLst/>
          </a:prstGeom>
          <a:noFill/>
        </p:spPr>
        <p:txBody>
          <a:bodyPr wrap="square">
            <a:spAutoFit/>
          </a:bodyPr>
          <a:lstStyle/>
          <a:p>
            <a:pPr algn="l"/>
            <a:r>
              <a:rPr sz="1200" b="0" i="0">
                <a:solidFill>
                  <a:srgbClr val="5A6B6E"/>
                </a:solidFill>
              </a:rPr>
              <a:t>First Nations data presented respectfully — no deficit framing. Follows AIHW Indigenous data guidelines.</a:t>
            </a:r>
          </a:p>
        </p:txBody>
      </p:sp>
      <p:sp>
        <p:nvSpPr>
          <p:cNvPr id="34" name="TextBox 33"/>
          <p:cNvSpPr txBox="1"/>
          <p:nvPr/>
        </p:nvSpPr>
        <p:spPr>
          <a:xfrm>
            <a:off x="411480" y="6400800"/>
            <a:ext cx="4572000" cy="320040"/>
          </a:xfrm>
          <a:prstGeom prst="rect">
            <a:avLst/>
          </a:prstGeom>
          <a:noFill/>
        </p:spPr>
        <p:txBody>
          <a:bodyPr wrap="square">
            <a:spAutoFit/>
          </a:bodyPr>
          <a:lstStyle/>
          <a:p>
            <a:pPr algn="l"/>
            <a:r>
              <a:rPr sz="1100" b="1" i="0">
                <a:solidFill>
                  <a:srgbClr val="1B3A5C"/>
                </a:solidFill>
              </a:rPr>
              <a:t>Draft colour palette (colourblind-safe):</a:t>
            </a:r>
          </a:p>
        </p:txBody>
      </p:sp>
      <p:sp>
        <p:nvSpPr>
          <p:cNvPr id="35" name="Rectangle 34"/>
          <p:cNvSpPr/>
          <p:nvPr/>
        </p:nvSpPr>
        <p:spPr>
          <a:xfrm>
            <a:off x="5120640" y="6355080"/>
            <a:ext cx="1554480" cy="2743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20640" y="6647688"/>
            <a:ext cx="1554480" cy="256032"/>
          </a:xfrm>
          <a:prstGeom prst="rect">
            <a:avLst/>
          </a:prstGeom>
          <a:noFill/>
        </p:spPr>
        <p:txBody>
          <a:bodyPr wrap="square">
            <a:spAutoFit/>
          </a:bodyPr>
          <a:lstStyle/>
          <a:p>
            <a:pPr algn="ctr"/>
            <a:r>
              <a:rPr sz="900" b="0" i="0">
                <a:solidFill>
                  <a:srgbClr val="5A6B6E"/>
                </a:solidFill>
              </a:rPr>
              <a:t>Navy / First Nations</a:t>
            </a:r>
          </a:p>
        </p:txBody>
      </p:sp>
      <p:sp>
        <p:nvSpPr>
          <p:cNvPr id="37" name="Rectangle 36"/>
          <p:cNvSpPr/>
          <p:nvPr/>
        </p:nvSpPr>
        <p:spPr>
          <a:xfrm>
            <a:off x="6903720" y="6355080"/>
            <a:ext cx="1554480" cy="274320"/>
          </a:xfrm>
          <a:prstGeom prst="rect">
            <a:avLst/>
          </a:prstGeom>
          <a:solidFill>
            <a:srgbClr val="E89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03720" y="6647688"/>
            <a:ext cx="1554480" cy="256032"/>
          </a:xfrm>
          <a:prstGeom prst="rect">
            <a:avLst/>
          </a:prstGeom>
          <a:noFill/>
        </p:spPr>
        <p:txBody>
          <a:bodyPr wrap="square">
            <a:spAutoFit/>
          </a:bodyPr>
          <a:lstStyle/>
          <a:p>
            <a:pPr algn="ctr"/>
            <a:r>
              <a:rPr sz="900" b="0" i="0">
                <a:solidFill>
                  <a:srgbClr val="5A6B6E"/>
                </a:solidFill>
              </a:rPr>
              <a:t>Amber / Non-Indigenous</a:t>
            </a:r>
          </a:p>
        </p:txBody>
      </p:sp>
      <p:sp>
        <p:nvSpPr>
          <p:cNvPr id="39" name="Rectangle 38"/>
          <p:cNvSpPr/>
          <p:nvPr/>
        </p:nvSpPr>
        <p:spPr>
          <a:xfrm>
            <a:off x="8686800" y="6355080"/>
            <a:ext cx="1554480" cy="274320"/>
          </a:xfrm>
          <a:prstGeom prst="rect">
            <a:avLst/>
          </a:prstGeom>
          <a:solidFill>
            <a:srgbClr val="1B7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86800" y="6647688"/>
            <a:ext cx="1554480" cy="256032"/>
          </a:xfrm>
          <a:prstGeom prst="rect">
            <a:avLst/>
          </a:prstGeom>
          <a:noFill/>
        </p:spPr>
        <p:txBody>
          <a:bodyPr wrap="square">
            <a:spAutoFit/>
          </a:bodyPr>
          <a:lstStyle/>
          <a:p>
            <a:pPr algn="ctr"/>
            <a:r>
              <a:rPr sz="900" b="0" i="0">
                <a:solidFill>
                  <a:srgbClr val="5A6B6E"/>
                </a:solidFill>
              </a:rPr>
              <a:t>Teal / Accent</a:t>
            </a:r>
          </a:p>
        </p:txBody>
      </p:sp>
      <p:sp>
        <p:nvSpPr>
          <p:cNvPr id="41" name="Rectangle 40"/>
          <p:cNvSpPr/>
          <p:nvPr/>
        </p:nvSpPr>
        <p:spPr>
          <a:xfrm>
            <a:off x="10469880" y="6355080"/>
            <a:ext cx="1554480" cy="274320"/>
          </a:xfrm>
          <a:prstGeom prst="rect">
            <a:avLst/>
          </a:prstGeom>
          <a:solidFill>
            <a:srgbClr val="4A64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469880" y="6647688"/>
            <a:ext cx="1554480" cy="256032"/>
          </a:xfrm>
          <a:prstGeom prst="rect">
            <a:avLst/>
          </a:prstGeom>
          <a:noFill/>
        </p:spPr>
        <p:txBody>
          <a:bodyPr wrap="square">
            <a:spAutoFit/>
          </a:bodyPr>
          <a:lstStyle/>
          <a:p>
            <a:pPr algn="ctr"/>
            <a:r>
              <a:rPr sz="900" b="0" i="0">
                <a:solidFill>
                  <a:srgbClr val="5A6B6E"/>
                </a:solidFill>
              </a:rPr>
              <a:t>Slate / Grid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189347-CEB6-CD1B-D4AB-02092F518340}"/>
              </a:ext>
            </a:extLst>
          </p:cNvPr>
          <p:cNvSpPr>
            <a:spLocks noGrp="1"/>
          </p:cNvSpPr>
          <p:nvPr>
            <p:ph type="title"/>
          </p:nvPr>
        </p:nvSpPr>
        <p:spPr/>
        <p:txBody>
          <a:bodyPr/>
          <a:lstStyle/>
          <a:p>
            <a:pPr algn="ctr"/>
            <a:r>
              <a:rPr lang="zh-CN" altLang="en-US" b="1">
                <a:latin typeface="Lucida Bright"/>
              </a:rPr>
              <a:t>Q &amp; A</a:t>
            </a:r>
            <a:endParaRPr lang="zh-CN"/>
          </a:p>
        </p:txBody>
      </p:sp>
      <p:sp>
        <p:nvSpPr>
          <p:cNvPr id="3" name="内容占位符 2">
            <a:extLst>
              <a:ext uri="{FF2B5EF4-FFF2-40B4-BE49-F238E27FC236}">
                <a16:creationId xmlns:a16="http://schemas.microsoft.com/office/drawing/2014/main" id="{B968056B-456C-E569-FA85-0B03166412FA}"/>
              </a:ext>
            </a:extLst>
          </p:cNvPr>
          <p:cNvSpPr>
            <a:spLocks noGrp="1"/>
          </p:cNvSpPr>
          <p:nvPr>
            <p:ph idx="1"/>
          </p:nvPr>
        </p:nvSpPr>
        <p:spPr>
          <a:xfrm>
            <a:off x="877824" y="2172361"/>
            <a:ext cx="10442448" cy="3343103"/>
          </a:xfrm>
        </p:spPr>
        <p:txBody>
          <a:bodyPr vert="horz" lIns="91440" tIns="45720" rIns="91440" bIns="45720" rtlCol="0" anchor="t">
            <a:noAutofit/>
          </a:bodyPr>
          <a:lstStyle/>
          <a:p>
            <a:pPr marL="0" indent="0">
              <a:buNone/>
            </a:pPr>
            <a:r>
              <a:rPr lang="zh-CN" altLang="en-US" sz="3600" b="1">
                <a:latin typeface="Lucida Bright"/>
              </a:rPr>
              <a:t>Thank you!</a:t>
            </a:r>
            <a:endParaRPr lang="zh-CN" altLang="en-US" sz="3600" b="1" dirty="0">
              <a:latin typeface="Lucida Bright"/>
            </a:endParaRPr>
          </a:p>
          <a:p>
            <a:pPr marL="0" indent="0">
              <a:buNone/>
            </a:pPr>
            <a:endParaRPr lang="zh-CN" altLang="en-US" sz="3600" b="1" dirty="0">
              <a:latin typeface="Lucida Bright"/>
            </a:endParaRPr>
          </a:p>
          <a:p>
            <a:pPr marL="0" indent="0">
              <a:buNone/>
            </a:pPr>
            <a:r>
              <a:rPr lang="zh-CN" altLang="en-US" sz="3600" b="1">
                <a:latin typeface="Lucida Bright"/>
              </a:rPr>
              <a:t>Any Questions?</a:t>
            </a:r>
            <a:endParaRPr lang="zh-CN" altLang="en-US" sz="3600" b="1" dirty="0">
              <a:latin typeface="Lucida Bright"/>
            </a:endParaRPr>
          </a:p>
        </p:txBody>
      </p:sp>
      <p:sp>
        <p:nvSpPr>
          <p:cNvPr id="4" name="日期占位符 3">
            <a:extLst>
              <a:ext uri="{FF2B5EF4-FFF2-40B4-BE49-F238E27FC236}">
                <a16:creationId xmlns:a16="http://schemas.microsoft.com/office/drawing/2014/main" id="{1AA453F7-E612-198B-BF0B-78E49263C805}"/>
              </a:ext>
            </a:extLst>
          </p:cNvPr>
          <p:cNvSpPr>
            <a:spLocks noGrp="1"/>
          </p:cNvSpPr>
          <p:nvPr>
            <p:ph type="dt" sz="half" idx="10"/>
          </p:nvPr>
        </p:nvSpPr>
        <p:spPr/>
        <p:txBody>
          <a:bodyPr/>
          <a:lstStyle/>
          <a:p>
            <a:fld id="{B094B5BE-5128-455C-AFA0-C5C16293ABE9}" type="datetime1">
              <a:t>2026/5/8</a:t>
            </a:fld>
            <a:endParaRPr lang="en-US"/>
          </a:p>
        </p:txBody>
      </p:sp>
      <p:sp>
        <p:nvSpPr>
          <p:cNvPr id="5" name="页脚占位符 4">
            <a:extLst>
              <a:ext uri="{FF2B5EF4-FFF2-40B4-BE49-F238E27FC236}">
                <a16:creationId xmlns:a16="http://schemas.microsoft.com/office/drawing/2014/main" id="{A7507DAB-D7B1-EC82-12E3-D2A091E0FE65}"/>
              </a:ext>
            </a:extLst>
          </p:cNvPr>
          <p:cNvSpPr>
            <a:spLocks noGrp="1"/>
          </p:cNvSpPr>
          <p:nvPr>
            <p:ph type="ftr" sz="quarter" idx="11"/>
          </p:nvPr>
        </p:nvSpPr>
        <p:spPr/>
        <p:txBody>
          <a:bodyPr/>
          <a:lstStyle/>
          <a:p>
            <a:r>
              <a:rPr lang="en-US"/>
              <a:t>
              </a:t>
            </a:r>
          </a:p>
        </p:txBody>
      </p:sp>
      <p:sp>
        <p:nvSpPr>
          <p:cNvPr id="6" name="灯片编号占位符 5">
            <a:extLst>
              <a:ext uri="{FF2B5EF4-FFF2-40B4-BE49-F238E27FC236}">
                <a16:creationId xmlns:a16="http://schemas.microsoft.com/office/drawing/2014/main" id="{2FDB4F6A-B3BC-E53A-97F6-F7DC29E42AA7}"/>
              </a:ext>
            </a:extLst>
          </p:cNvPr>
          <p:cNvSpPr>
            <a:spLocks noGrp="1"/>
          </p:cNvSpPr>
          <p:nvPr>
            <p:ph type="sldNum" sz="quarter" idx="12"/>
          </p:nvPr>
        </p:nvSpPr>
        <p:spPr/>
        <p:txBody>
          <a:bodyPr/>
          <a:lstStyle/>
          <a:p>
            <a:fld id="{5E4DE196-8A13-4FF7-A07E-102851959EAB}" type="slidenum">
              <a:rPr lang="en-US" dirty="0"/>
              <a:t>11</a:t>
            </a:fld>
            <a:endParaRPr lang="en-US"/>
          </a:p>
        </p:txBody>
      </p:sp>
    </p:spTree>
    <p:extLst>
      <p:ext uri="{BB962C8B-B14F-4D97-AF65-F5344CB8AC3E}">
        <p14:creationId xmlns:p14="http://schemas.microsoft.com/office/powerpoint/2010/main" val="2091905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69238D-2D9E-3C38-3A69-579B28F0ABD7}"/>
              </a:ext>
            </a:extLst>
          </p:cNvPr>
          <p:cNvSpPr>
            <a:spLocks noGrp="1"/>
          </p:cNvSpPr>
          <p:nvPr>
            <p:ph type="title"/>
          </p:nvPr>
        </p:nvSpPr>
        <p:spPr>
          <a:xfrm>
            <a:off x="2891013" y="491482"/>
            <a:ext cx="7099404" cy="770024"/>
          </a:xfrm>
        </p:spPr>
        <p:txBody>
          <a:bodyPr/>
          <a:lstStyle/>
          <a:p>
            <a:pPr algn="ctr"/>
            <a:r>
              <a:rPr lang="zh-CN" altLang="en-US" b="1">
                <a:latin typeface="Lucida Bright"/>
              </a:rPr>
              <a:t>Work In Progress</a:t>
            </a:r>
            <a:endParaRPr lang="zh-CN"/>
          </a:p>
        </p:txBody>
      </p:sp>
      <p:sp>
        <p:nvSpPr>
          <p:cNvPr id="3" name="内容占位符 2">
            <a:extLst>
              <a:ext uri="{FF2B5EF4-FFF2-40B4-BE49-F238E27FC236}">
                <a16:creationId xmlns:a16="http://schemas.microsoft.com/office/drawing/2014/main" id="{B714E9D9-8579-4E40-9FAF-1188D8A3465B}"/>
              </a:ext>
            </a:extLst>
          </p:cNvPr>
          <p:cNvSpPr>
            <a:spLocks noGrp="1"/>
          </p:cNvSpPr>
          <p:nvPr>
            <p:ph idx="1"/>
          </p:nvPr>
        </p:nvSpPr>
        <p:spPr>
          <a:xfrm>
            <a:off x="986681" y="2484555"/>
            <a:ext cx="10442448" cy="1896010"/>
          </a:xfrm>
        </p:spPr>
        <p:txBody>
          <a:bodyPr vert="horz" lIns="91440" tIns="45720" rIns="91440" bIns="45720" rtlCol="0" anchor="t">
            <a:normAutofit/>
          </a:bodyPr>
          <a:lstStyle/>
          <a:p>
            <a:pPr marL="285750" indent="-285750"/>
            <a:r>
              <a:rPr lang="zh-CN" altLang="en-US" sz="2400">
                <a:latin typeface="Lucida Bright"/>
              </a:rPr>
              <a:t>Refining KNIME to combine all tables (age, road user, remoteness)</a:t>
            </a:r>
            <a:endParaRPr lang="zh-CN" sz="2400">
              <a:latin typeface="Lucida Bright"/>
            </a:endParaRPr>
          </a:p>
          <a:p>
            <a:pPr marL="285750" indent="-285750"/>
            <a:r>
              <a:rPr lang="zh-CN" altLang="en-US" sz="2400">
                <a:latin typeface="Lucida Bright"/>
              </a:rPr>
              <a:t>Finalising visualisation design (charts, colours, interactions)</a:t>
            </a:r>
            <a:endParaRPr lang="zh-CN" altLang="en-US" sz="2400" dirty="0">
              <a:latin typeface="Lucida Bright"/>
            </a:endParaRPr>
          </a:p>
          <a:p>
            <a:pPr marL="285750" indent="-285750"/>
            <a:r>
              <a:rPr lang="zh-CN" altLang="en-US" sz="2400">
                <a:latin typeface="Lucida Bright"/>
              </a:rPr>
              <a:t>Preparing D3.js setup for interactive web visualisation.</a:t>
            </a:r>
            <a:endParaRPr lang="zh-CN" altLang="en-US" sz="2400" dirty="0">
              <a:latin typeface="Lucida Bright"/>
            </a:endParaRPr>
          </a:p>
          <a:p>
            <a:pPr marL="285750" indent="-285750"/>
            <a:endParaRPr lang="zh-CN" altLang="en-US" dirty="0"/>
          </a:p>
        </p:txBody>
      </p:sp>
      <p:sp>
        <p:nvSpPr>
          <p:cNvPr id="4" name="日期占位符 3">
            <a:extLst>
              <a:ext uri="{FF2B5EF4-FFF2-40B4-BE49-F238E27FC236}">
                <a16:creationId xmlns:a16="http://schemas.microsoft.com/office/drawing/2014/main" id="{A1445CE6-642C-89E7-8F4D-860404B99A24}"/>
              </a:ext>
            </a:extLst>
          </p:cNvPr>
          <p:cNvSpPr>
            <a:spLocks noGrp="1"/>
          </p:cNvSpPr>
          <p:nvPr>
            <p:ph type="dt" sz="half" idx="10"/>
          </p:nvPr>
        </p:nvSpPr>
        <p:spPr/>
        <p:txBody>
          <a:bodyPr/>
          <a:lstStyle/>
          <a:p>
            <a:fld id="{925D2E2A-38D5-4834-AA24-CB8F53551221}" type="datetime1">
              <a:t>5/8/2026</a:t>
            </a:fld>
            <a:endParaRPr lang="en-US"/>
          </a:p>
        </p:txBody>
      </p:sp>
      <p:sp>
        <p:nvSpPr>
          <p:cNvPr id="5" name="页脚占位符 4">
            <a:extLst>
              <a:ext uri="{FF2B5EF4-FFF2-40B4-BE49-F238E27FC236}">
                <a16:creationId xmlns:a16="http://schemas.microsoft.com/office/drawing/2014/main" id="{28CED9A4-56B6-67E9-B343-BEB371DAD511}"/>
              </a:ext>
            </a:extLst>
          </p:cNvPr>
          <p:cNvSpPr>
            <a:spLocks noGrp="1"/>
          </p:cNvSpPr>
          <p:nvPr>
            <p:ph type="ftr" sz="quarter" idx="11"/>
          </p:nvPr>
        </p:nvSpPr>
        <p:spPr/>
        <p:txBody>
          <a:bodyPr/>
          <a:lstStyle/>
          <a:p>
            <a:r>
              <a:rPr lang="en-US"/>
              <a:t>
              </a:t>
            </a:r>
          </a:p>
        </p:txBody>
      </p:sp>
      <p:sp>
        <p:nvSpPr>
          <p:cNvPr id="6" name="灯片编号占位符 5">
            <a:extLst>
              <a:ext uri="{FF2B5EF4-FFF2-40B4-BE49-F238E27FC236}">
                <a16:creationId xmlns:a16="http://schemas.microsoft.com/office/drawing/2014/main" id="{9D535BE3-A9BC-5D4B-31EC-86D2D299F864}"/>
              </a:ext>
            </a:extLst>
          </p:cNvPr>
          <p:cNvSpPr>
            <a:spLocks noGrp="1"/>
          </p:cNvSpPr>
          <p:nvPr>
            <p:ph type="sldNum" sz="quarter" idx="12"/>
          </p:nvPr>
        </p:nvSpPr>
        <p:spPr/>
        <p:txBody>
          <a:bodyPr/>
          <a:lstStyle/>
          <a:p>
            <a:fld id="{5E4DE196-8A13-4FF7-A07E-102851959EAB}" type="slidenum">
              <a:rPr lang="en-US" dirty="0"/>
              <a:t>10</a:t>
            </a:fld>
            <a:endParaRPr lang="en-US"/>
          </a:p>
        </p:txBody>
      </p:sp>
    </p:spTree>
    <p:extLst>
      <p:ext uri="{BB962C8B-B14F-4D97-AF65-F5344CB8AC3E}">
        <p14:creationId xmlns:p14="http://schemas.microsoft.com/office/powerpoint/2010/main" val="1285630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8E8552-66F1-3A89-A8AE-6D43658D40AB}"/>
              </a:ext>
            </a:extLst>
          </p:cNvPr>
          <p:cNvSpPr>
            <a:spLocks noGrp="1"/>
          </p:cNvSpPr>
          <p:nvPr>
            <p:ph type="title"/>
          </p:nvPr>
        </p:nvSpPr>
        <p:spPr>
          <a:xfrm>
            <a:off x="4050558" y="590982"/>
            <a:ext cx="4094992" cy="676457"/>
          </a:xfrm>
        </p:spPr>
        <p:txBody>
          <a:bodyPr/>
          <a:lstStyle/>
          <a:p>
            <a:r>
              <a:rPr lang="zh-CN" altLang="en-US" b="1">
                <a:latin typeface="Lucida Bright"/>
              </a:rPr>
              <a:t>Project Overview</a:t>
            </a:r>
            <a:endParaRPr lang="zh-CN" altLang="en-US" b="1" dirty="0">
              <a:latin typeface="Lucida Bright"/>
            </a:endParaRPr>
          </a:p>
        </p:txBody>
      </p:sp>
      <p:sp>
        <p:nvSpPr>
          <p:cNvPr id="3" name="内容占位符 2">
            <a:extLst>
              <a:ext uri="{FF2B5EF4-FFF2-40B4-BE49-F238E27FC236}">
                <a16:creationId xmlns:a16="http://schemas.microsoft.com/office/drawing/2014/main" id="{D6C66DFB-F7DE-2DD1-84F5-4114F9987944}"/>
              </a:ext>
            </a:extLst>
          </p:cNvPr>
          <p:cNvSpPr>
            <a:spLocks noGrp="1"/>
          </p:cNvSpPr>
          <p:nvPr>
            <p:ph idx="1"/>
          </p:nvPr>
        </p:nvSpPr>
        <p:spPr>
          <a:xfrm>
            <a:off x="321444" y="1891890"/>
            <a:ext cx="11555209" cy="4968199"/>
          </a:xfrm>
        </p:spPr>
        <p:txBody>
          <a:bodyPr vert="horz" lIns="91440" tIns="45720" rIns="91440" bIns="45720" rtlCol="0" anchor="t">
            <a:noAutofit/>
          </a:bodyPr>
          <a:lstStyle/>
          <a:p>
            <a:r>
              <a:rPr lang="zh-CN" altLang="en-US" sz="2800" b="1" dirty="0">
                <a:latin typeface="Lucida Bright"/>
              </a:rPr>
              <a:t>Topic: </a:t>
            </a:r>
            <a:r>
              <a:rPr lang="zh-CN" altLang="en-US" sz="2800" dirty="0">
                <a:latin typeface="Lucida Bright"/>
              </a:rPr>
              <a:t>Road crash hospitalised injuries in Australia (2011-2021)</a:t>
            </a:r>
          </a:p>
          <a:p>
            <a:r>
              <a:rPr lang="zh-CN" altLang="en-US" sz="2800" b="1">
                <a:latin typeface="Lucida Bright"/>
              </a:rPr>
              <a:t>Focus:</a:t>
            </a:r>
            <a:r>
              <a:rPr lang="zh-CN" altLang="en-US" sz="2800">
                <a:latin typeface="Lucida Bright"/>
              </a:rPr>
              <a:t> First Nations vs Non-Indigenous disparities</a:t>
            </a:r>
            <a:endParaRPr lang="zh-CN" altLang="en-US" sz="2800" dirty="0">
              <a:latin typeface="Lucida Bright"/>
            </a:endParaRPr>
          </a:p>
          <a:p>
            <a:r>
              <a:rPr lang="zh-CN" altLang="en-US" sz="2800" b="1">
                <a:latin typeface="Lucida Bright"/>
              </a:rPr>
              <a:t>Key question our visualisation will answer:</a:t>
            </a:r>
          </a:p>
          <a:p>
            <a:pPr marL="0" indent="0">
              <a:buNone/>
            </a:pPr>
            <a:r>
              <a:rPr lang="zh-CN" altLang="en-US" sz="2800">
                <a:latin typeface="Lucida Bright"/>
              </a:rPr>
              <a:t> 1. How have trends changed over 11 years?</a:t>
            </a:r>
            <a:endParaRPr lang="zh-CN" altLang="en-US" sz="2800" dirty="0">
              <a:latin typeface="Lucida Bright"/>
            </a:endParaRPr>
          </a:p>
          <a:p>
            <a:pPr marL="0" indent="0">
              <a:buNone/>
            </a:pPr>
            <a:r>
              <a:rPr lang="zh-CN" altLang="en-US" sz="2800">
                <a:latin typeface="Lucida Bright"/>
              </a:rPr>
              <a:t> 2. Which age/road user/remoteness groups are highest risk?</a:t>
            </a:r>
            <a:endParaRPr lang="zh-CN" altLang="en-US" sz="2800" dirty="0">
              <a:latin typeface="Lucida Bright"/>
            </a:endParaRPr>
          </a:p>
          <a:p>
            <a:pPr marL="0" indent="0">
              <a:buNone/>
            </a:pPr>
            <a:r>
              <a:rPr lang="zh-CN" altLang="en-US" sz="2800">
                <a:latin typeface="Lucida Bright"/>
              </a:rPr>
              <a:t> 3. Where are the largest equity gaps?</a:t>
            </a:r>
            <a:endParaRPr lang="zh-CN" altLang="en-US" sz="2800" dirty="0">
              <a:latin typeface="Lucida Bright"/>
            </a:endParaRPr>
          </a:p>
          <a:p>
            <a:endParaRPr lang="zh-CN" altLang="en-US"/>
          </a:p>
        </p:txBody>
      </p:sp>
      <p:sp>
        <p:nvSpPr>
          <p:cNvPr id="4" name="日期占位符 3">
            <a:extLst>
              <a:ext uri="{FF2B5EF4-FFF2-40B4-BE49-F238E27FC236}">
                <a16:creationId xmlns:a16="http://schemas.microsoft.com/office/drawing/2014/main" id="{667BCD2B-645B-E61B-274A-ACFCAAE4C039}"/>
              </a:ext>
            </a:extLst>
          </p:cNvPr>
          <p:cNvSpPr>
            <a:spLocks noGrp="1"/>
          </p:cNvSpPr>
          <p:nvPr>
            <p:ph type="dt" sz="half" idx="10"/>
          </p:nvPr>
        </p:nvSpPr>
        <p:spPr/>
        <p:txBody>
          <a:bodyPr/>
          <a:lstStyle/>
          <a:p>
            <a:fld id="{B5E9C510-A5B5-4062-ACA2-048FEEB8FF70}" type="datetime1">
              <a:t>2026/5/8</a:t>
            </a:fld>
            <a:endParaRPr lang="en-US"/>
          </a:p>
        </p:txBody>
      </p:sp>
      <p:sp>
        <p:nvSpPr>
          <p:cNvPr id="5" name="页脚占位符 4">
            <a:extLst>
              <a:ext uri="{FF2B5EF4-FFF2-40B4-BE49-F238E27FC236}">
                <a16:creationId xmlns:a16="http://schemas.microsoft.com/office/drawing/2014/main" id="{B4598804-95B0-6E27-0CA0-29E0ABD4D830}"/>
              </a:ext>
            </a:extLst>
          </p:cNvPr>
          <p:cNvSpPr>
            <a:spLocks noGrp="1"/>
          </p:cNvSpPr>
          <p:nvPr>
            <p:ph type="ftr" sz="quarter" idx="11"/>
          </p:nvPr>
        </p:nvSpPr>
        <p:spPr/>
        <p:txBody>
          <a:bodyPr/>
          <a:lstStyle/>
          <a:p>
            <a:r>
              <a:rPr lang="en-US"/>
              <a:t>
              </a:t>
            </a:r>
          </a:p>
        </p:txBody>
      </p:sp>
      <p:sp>
        <p:nvSpPr>
          <p:cNvPr id="6" name="灯片编号占位符 5">
            <a:extLst>
              <a:ext uri="{FF2B5EF4-FFF2-40B4-BE49-F238E27FC236}">
                <a16:creationId xmlns:a16="http://schemas.microsoft.com/office/drawing/2014/main" id="{0CA54FE9-4522-71B5-6D0B-7CCF405CE0B5}"/>
              </a:ext>
            </a:extLst>
          </p:cNvPr>
          <p:cNvSpPr>
            <a:spLocks noGrp="1"/>
          </p:cNvSpPr>
          <p:nvPr>
            <p:ph type="sldNum" sz="quarter" idx="12"/>
          </p:nvPr>
        </p:nvSpPr>
        <p:spPr/>
        <p:txBody>
          <a:bodyPr/>
          <a:lstStyle/>
          <a:p>
            <a:fld id="{5E4DE196-8A13-4FF7-A07E-102851959EAB}" type="slidenum">
              <a:rPr lang="en-US" dirty="0"/>
              <a:t>2</a:t>
            </a:fld>
            <a:endParaRPr lang="en-US"/>
          </a:p>
        </p:txBody>
      </p:sp>
    </p:spTree>
    <p:extLst>
      <p:ext uri="{BB962C8B-B14F-4D97-AF65-F5344CB8AC3E}">
        <p14:creationId xmlns:p14="http://schemas.microsoft.com/office/powerpoint/2010/main" val="1826732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6A8E2E-1674-B759-3752-59F1204A9239}"/>
              </a:ext>
            </a:extLst>
          </p:cNvPr>
          <p:cNvSpPr>
            <a:spLocks noGrp="1"/>
          </p:cNvSpPr>
          <p:nvPr>
            <p:ph type="title"/>
          </p:nvPr>
        </p:nvSpPr>
        <p:spPr>
          <a:xfrm>
            <a:off x="2228513" y="297502"/>
            <a:ext cx="7833105" cy="777098"/>
          </a:xfrm>
        </p:spPr>
        <p:txBody>
          <a:bodyPr/>
          <a:lstStyle/>
          <a:p>
            <a:r>
              <a:rPr lang="zh-CN" altLang="en-US" b="1">
                <a:latin typeface="Lucida Bright"/>
                <a:ea typeface="等线 Light"/>
              </a:rPr>
              <a:t>Project Setup &amp; Data </a:t>
            </a:r>
            <a:r>
              <a:rPr lang="zh-CN" altLang="en-US" b="1" dirty="0">
                <a:latin typeface="Lucida Bright"/>
                <a:ea typeface="等线 Light"/>
              </a:rPr>
              <a:t>Identification</a:t>
            </a:r>
          </a:p>
        </p:txBody>
      </p:sp>
      <p:sp>
        <p:nvSpPr>
          <p:cNvPr id="3" name="内容占位符 2">
            <a:extLst>
              <a:ext uri="{FF2B5EF4-FFF2-40B4-BE49-F238E27FC236}">
                <a16:creationId xmlns:a16="http://schemas.microsoft.com/office/drawing/2014/main" id="{463CDA45-1C69-F24B-97D4-E272AA65EBD7}"/>
              </a:ext>
            </a:extLst>
          </p:cNvPr>
          <p:cNvSpPr>
            <a:spLocks noGrp="1"/>
          </p:cNvSpPr>
          <p:nvPr>
            <p:ph idx="1"/>
          </p:nvPr>
        </p:nvSpPr>
        <p:spPr>
          <a:xfrm>
            <a:off x="224681" y="1482933"/>
            <a:ext cx="11857590" cy="5548770"/>
          </a:xfrm>
        </p:spPr>
        <p:txBody>
          <a:bodyPr vert="horz" lIns="91440" tIns="45720" rIns="91440" bIns="45720" rtlCol="0" anchor="t">
            <a:noAutofit/>
          </a:bodyPr>
          <a:lstStyle/>
          <a:p>
            <a:pPr lvl="0">
              <a:buFont typeface=""/>
              <a:buAutoNum type="arabicPeriod"/>
            </a:pPr>
            <a:r>
              <a:rPr lang="af-ZA" sz="2000" b="1">
                <a:latin typeface="Lucida Bright"/>
              </a:rPr>
              <a:t>Project Design Book – FULL DRAFT finished</a:t>
            </a:r>
            <a:r>
              <a:rPr lang="af-ZA" sz="2000" b="1">
                <a:latin typeface="Lucida Bright"/>
                <a:ea typeface="Arial"/>
                <a:cs typeface="Arial"/>
              </a:rPr>
              <a:t>​</a:t>
            </a:r>
          </a:p>
          <a:p>
            <a:pPr lvl="0">
              <a:buFont typeface=""/>
              <a:buChar char="•"/>
            </a:pPr>
            <a:r>
              <a:rPr lang="af-ZA" sz="2000">
                <a:latin typeface="Lucida Bright"/>
              </a:rPr>
              <a:t>Introduction, background, motivation, purpose​</a:t>
            </a:r>
          </a:p>
          <a:p>
            <a:pPr lvl="0">
              <a:buFont typeface=""/>
              <a:buChar char="•"/>
            </a:pPr>
            <a:r>
              <a:rPr lang="af-ZA" sz="2000">
                <a:latin typeface="Lucida Bright"/>
              </a:rPr>
              <a:t>Data source &amp; governance documented</a:t>
            </a:r>
            <a:r>
              <a:rPr lang="af-ZA" sz="2000">
                <a:latin typeface="Lucida Bright"/>
                <a:ea typeface="Arial"/>
                <a:cs typeface="Arial"/>
              </a:rPr>
              <a:t>​</a:t>
            </a:r>
          </a:p>
          <a:p>
            <a:pPr marL="0" indent="0">
              <a:buNone/>
            </a:pPr>
            <a:r>
              <a:rPr lang="af-ZA" sz="2000" b="1">
                <a:latin typeface="Lucida Bright"/>
              </a:rPr>
              <a:t>2. Data identified &amp; collected</a:t>
            </a:r>
            <a:r>
              <a:rPr lang="af-ZA" sz="2000" b="1">
                <a:latin typeface="Lucida Bright"/>
                <a:ea typeface="Arial"/>
                <a:cs typeface="Arial"/>
              </a:rPr>
              <a:t>​</a:t>
            </a:r>
          </a:p>
          <a:p>
            <a:pPr indent="-228600"/>
            <a:r>
              <a:rPr lang="af-ZA" sz="2000">
                <a:latin typeface="Lucida Bright"/>
              </a:rPr>
              <a:t>BITRE/ First-Nations-hospitalised-injuries-2023.xlsx</a:t>
            </a:r>
          </a:p>
          <a:p>
            <a:pPr marL="0" indent="0">
              <a:buNone/>
            </a:pPr>
            <a:r>
              <a:rPr lang="af-ZA" sz="2000" b="1">
                <a:latin typeface="Lucida Bright"/>
              </a:rPr>
              <a:t>3. Data dictionary fully reviewed</a:t>
            </a:r>
          </a:p>
          <a:p>
            <a:pPr marL="0" indent="0">
              <a:buNone/>
            </a:pPr>
            <a:r>
              <a:rPr lang="af-ZA" sz="2000" b="1">
                <a:latin typeface="Lucida Bright"/>
              </a:rPr>
              <a:t>4. KNIME workflow built</a:t>
            </a:r>
            <a:r>
              <a:rPr lang="af-ZA" sz="2000" b="1">
                <a:latin typeface="Lucida Bright"/>
                <a:ea typeface="Arial"/>
                <a:cs typeface="Arial"/>
              </a:rPr>
              <a:t>​</a:t>
            </a:r>
          </a:p>
          <a:p>
            <a:pPr indent="-228600"/>
            <a:r>
              <a:rPr lang="af-ZA" sz="2000">
                <a:latin typeface="Lucida Bright"/>
                <a:ea typeface="Arial"/>
                <a:cs typeface="Arial"/>
              </a:rPr>
              <a:t>Data import, cleaning, reshaping, unpivot</a:t>
            </a:r>
          </a:p>
          <a:p>
            <a:pPr marL="0" indent="0">
              <a:buNone/>
            </a:pPr>
            <a:r>
              <a:rPr lang="af-ZA" sz="2000" b="1">
                <a:latin typeface="Lucida Bright"/>
                <a:ea typeface="Arial"/>
                <a:cs typeface="Arial"/>
              </a:rPr>
              <a:t>5. </a:t>
            </a:r>
            <a:r>
              <a:rPr lang="af-ZA" sz="2000" b="1">
                <a:latin typeface="Lucida Bright"/>
              </a:rPr>
              <a:t>GitHub Classroom team created &amp; shared</a:t>
            </a:r>
            <a:r>
              <a:rPr lang="af-ZA" sz="2000" b="1">
                <a:latin typeface="Lucida Bright"/>
                <a:ea typeface="Arial"/>
                <a:cs typeface="Arial"/>
              </a:rPr>
              <a:t>​</a:t>
            </a:r>
          </a:p>
          <a:p>
            <a:r>
              <a:rPr lang="af-ZA" sz="2000" b="1" dirty="0">
                <a:latin typeface="Lucida Bright"/>
                <a:hlinkClick r:id="rId2"/>
              </a:rPr>
              <a:t>https://github.com/Sixxx-cake/Data-Visualisation---Project</a:t>
            </a:r>
            <a:endParaRPr lang="zh-CN" altLang="en-US" sz="2000" b="1">
              <a:latin typeface="Lucida Bright"/>
              <a:ea typeface="等线"/>
              <a:cs typeface="Calibri"/>
            </a:endParaRPr>
          </a:p>
          <a:p>
            <a:pPr marL="0" indent="0">
              <a:buNone/>
            </a:pPr>
            <a:endParaRPr lang="af-ZA" sz="1800" b="1" dirty="0">
              <a:latin typeface="Lucida Bright"/>
              <a:ea typeface="等线"/>
              <a:cs typeface="Calibri"/>
            </a:endParaRPr>
          </a:p>
        </p:txBody>
      </p:sp>
    </p:spTree>
    <p:extLst>
      <p:ext uri="{BB962C8B-B14F-4D97-AF65-F5344CB8AC3E}">
        <p14:creationId xmlns:p14="http://schemas.microsoft.com/office/powerpoint/2010/main" val="2114892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0B45ED-72D5-356E-F566-AFFC8AA8C49C}"/>
              </a:ext>
            </a:extLst>
          </p:cNvPr>
          <p:cNvSpPr>
            <a:spLocks noGrp="1"/>
          </p:cNvSpPr>
          <p:nvPr>
            <p:ph type="title"/>
          </p:nvPr>
        </p:nvSpPr>
        <p:spPr>
          <a:xfrm>
            <a:off x="3503632" y="522816"/>
            <a:ext cx="4456143" cy="1015720"/>
          </a:xfrm>
        </p:spPr>
        <p:txBody>
          <a:bodyPr/>
          <a:lstStyle/>
          <a:p>
            <a:pPr algn="ctr"/>
            <a:r>
              <a:rPr lang="zh-CN" altLang="en-US" b="1">
                <a:latin typeface="Lucida Bright"/>
              </a:rPr>
              <a:t>Data Source </a:t>
            </a:r>
            <a:endParaRPr lang="zh-CN" altLang="en-US" b="1" dirty="0">
              <a:latin typeface="Lucida Bright"/>
            </a:endParaRPr>
          </a:p>
        </p:txBody>
      </p:sp>
      <p:sp>
        <p:nvSpPr>
          <p:cNvPr id="3" name="内容占位符 2">
            <a:extLst>
              <a:ext uri="{FF2B5EF4-FFF2-40B4-BE49-F238E27FC236}">
                <a16:creationId xmlns:a16="http://schemas.microsoft.com/office/drawing/2014/main" id="{36D85C61-EDA5-1E14-DAEA-B327B8A004E6}"/>
              </a:ext>
            </a:extLst>
          </p:cNvPr>
          <p:cNvSpPr>
            <a:spLocks noGrp="1"/>
          </p:cNvSpPr>
          <p:nvPr>
            <p:ph idx="1"/>
          </p:nvPr>
        </p:nvSpPr>
        <p:spPr>
          <a:xfrm>
            <a:off x="165107" y="2015189"/>
            <a:ext cx="12024395" cy="5334125"/>
          </a:xfrm>
        </p:spPr>
        <p:txBody>
          <a:bodyPr vert="horz" lIns="91440" tIns="45720" rIns="91440" bIns="45720" rtlCol="0" anchor="t">
            <a:normAutofit/>
          </a:bodyPr>
          <a:lstStyle/>
          <a:p>
            <a:r>
              <a:rPr lang="zh-CN" altLang="en-US" sz="2400">
                <a:latin typeface="Lucida Bright"/>
              </a:rPr>
              <a:t>Source: AIHW National Hospital Morbidity Databse</a:t>
            </a:r>
          </a:p>
          <a:p>
            <a:r>
              <a:rPr lang="zh-CN" altLang="en-US" sz="2400">
                <a:latin typeface="Lucida Bright"/>
              </a:rPr>
              <a:t>Published by: BITRE (Bureau of Infrastructure, Transport, Regional Development, Communications and the Arts)</a:t>
            </a:r>
          </a:p>
          <a:p>
            <a:r>
              <a:rPr lang="zh-CN" altLang="en-US" sz="2400">
                <a:latin typeface="Lucida Bright"/>
              </a:rPr>
              <a:t>File used: </a:t>
            </a:r>
            <a:r>
              <a:rPr lang="zh-CN" sz="2400">
                <a:ea typeface="+mn-lt"/>
                <a:cs typeface="+mn-lt"/>
              </a:rPr>
              <a:t>First-Nations-hospitalised-injuries-2023.xlsx</a:t>
            </a:r>
          </a:p>
          <a:p>
            <a:r>
              <a:rPr lang="en-US" altLang="zh-CN" sz="2400">
                <a:latin typeface="Lucida Bright"/>
                <a:ea typeface="+mn-lt"/>
                <a:cs typeface="+mn-lt"/>
              </a:rPr>
              <a:t>Period: 2011-2021 (11 years)</a:t>
            </a:r>
            <a:endParaRPr lang="en-US" altLang="zh-CN" sz="2400" dirty="0">
              <a:latin typeface="Lucida Bright"/>
              <a:ea typeface="+mn-lt"/>
              <a:cs typeface="+mn-lt"/>
            </a:endParaRPr>
          </a:p>
          <a:p>
            <a:r>
              <a:rPr lang="en-US" altLang="zh-CN" sz="2400" dirty="0">
                <a:latin typeface="Lucida Bright"/>
                <a:ea typeface="+mn-lt"/>
                <a:cs typeface="+mn-lt"/>
              </a:rPr>
              <a:t>Privacy: Fully de-identified – only group totals, no </a:t>
            </a:r>
            <a:r>
              <a:rPr lang="en-US" altLang="zh-CN" sz="2400" dirty="0" err="1">
                <a:latin typeface="Lucida Bright"/>
                <a:ea typeface="+mn-lt"/>
                <a:cs typeface="+mn-lt"/>
              </a:rPr>
              <a:t>indivdual</a:t>
            </a:r>
            <a:r>
              <a:rPr lang="en-US" altLang="zh-CN" sz="2400" dirty="0">
                <a:latin typeface="Lucida Bright"/>
                <a:ea typeface="+mn-lt"/>
                <a:cs typeface="+mn-lt"/>
              </a:rPr>
              <a:t> records</a:t>
            </a:r>
          </a:p>
        </p:txBody>
      </p:sp>
    </p:spTree>
    <p:extLst>
      <p:ext uri="{BB962C8B-B14F-4D97-AF65-F5344CB8AC3E}">
        <p14:creationId xmlns:p14="http://schemas.microsoft.com/office/powerpoint/2010/main" val="2562415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BC28A2-61B7-6FD5-612C-E5CC926227C6}"/>
              </a:ext>
            </a:extLst>
          </p:cNvPr>
          <p:cNvSpPr>
            <a:spLocks noGrp="1"/>
          </p:cNvSpPr>
          <p:nvPr>
            <p:ph type="title"/>
          </p:nvPr>
        </p:nvSpPr>
        <p:spPr>
          <a:xfrm>
            <a:off x="871108" y="-274397"/>
            <a:ext cx="10449784" cy="1265928"/>
          </a:xfrm>
        </p:spPr>
        <p:txBody>
          <a:bodyPr/>
          <a:lstStyle/>
          <a:p>
            <a:pPr algn="ctr"/>
            <a:r>
              <a:rPr lang="zh-CN" altLang="en-US" b="1">
                <a:latin typeface="Lucida Bright"/>
              </a:rPr>
              <a:t>Data Quality Issues</a:t>
            </a:r>
          </a:p>
        </p:txBody>
      </p:sp>
      <p:graphicFrame>
        <p:nvGraphicFramePr>
          <p:cNvPr id="7" name="内容占位符 6">
            <a:extLst>
              <a:ext uri="{FF2B5EF4-FFF2-40B4-BE49-F238E27FC236}">
                <a16:creationId xmlns:a16="http://schemas.microsoft.com/office/drawing/2014/main" id="{E41A41FE-0644-760F-5989-943920D315B4}"/>
              </a:ext>
            </a:extLst>
          </p:cNvPr>
          <p:cNvGraphicFramePr>
            <a:graphicFrameLocks noGrp="1"/>
          </p:cNvGraphicFramePr>
          <p:nvPr>
            <p:ph idx="1"/>
            <p:extLst>
              <p:ext uri="{D42A27DB-BD31-4B8C-83A1-F6EECF244321}">
                <p14:modId xmlns:p14="http://schemas.microsoft.com/office/powerpoint/2010/main" val="3578735599"/>
              </p:ext>
            </p:extLst>
          </p:nvPr>
        </p:nvGraphicFramePr>
        <p:xfrm>
          <a:off x="416943" y="1466490"/>
          <a:ext cx="11272540" cy="4625582"/>
        </p:xfrm>
        <a:graphic>
          <a:graphicData uri="http://schemas.openxmlformats.org/drawingml/2006/table">
            <a:tbl>
              <a:tblPr firstRow="1" bandRow="1">
                <a:tableStyleId>{5C22544A-7EE6-4342-B048-85BDC9FD1C3A}</a:tableStyleId>
              </a:tblPr>
              <a:tblGrid>
                <a:gridCol w="5639214">
                  <a:extLst>
                    <a:ext uri="{9D8B030D-6E8A-4147-A177-3AD203B41FA5}">
                      <a16:colId xmlns:a16="http://schemas.microsoft.com/office/drawing/2014/main" val="2503553832"/>
                    </a:ext>
                  </a:extLst>
                </a:gridCol>
                <a:gridCol w="5633326">
                  <a:extLst>
                    <a:ext uri="{9D8B030D-6E8A-4147-A177-3AD203B41FA5}">
                      <a16:colId xmlns:a16="http://schemas.microsoft.com/office/drawing/2014/main" val="343809121"/>
                    </a:ext>
                  </a:extLst>
                </a:gridCol>
              </a:tblGrid>
              <a:tr h="858140">
                <a:tc>
                  <a:txBody>
                    <a:bodyPr/>
                    <a:lstStyle/>
                    <a:p>
                      <a:pPr algn="ctr"/>
                      <a:r>
                        <a:rPr lang="zh-CN" altLang="en-US" sz="3200">
                          <a:solidFill>
                            <a:schemeClr val="tx1"/>
                          </a:solidFill>
                          <a:latin typeface="Lucida Bright"/>
                        </a:rPr>
                        <a:t>Limitation</a:t>
                      </a:r>
                    </a:p>
                  </a:txBody>
                  <a:tcPr/>
                </a:tc>
                <a:tc>
                  <a:txBody>
                    <a:bodyPr/>
                    <a:lstStyle/>
                    <a:p>
                      <a:pPr algn="ctr"/>
                      <a:r>
                        <a:rPr lang="zh-CN" altLang="en-US" sz="3200">
                          <a:solidFill>
                            <a:schemeClr val="tx1"/>
                          </a:solidFill>
                          <a:latin typeface="Lucida Bright"/>
                        </a:rPr>
                        <a:t>What It Means</a:t>
                      </a:r>
                    </a:p>
                  </a:txBody>
                  <a:tcPr/>
                </a:tc>
                <a:extLst>
                  <a:ext uri="{0D108BD9-81ED-4DB2-BD59-A6C34878D82A}">
                    <a16:rowId xmlns:a16="http://schemas.microsoft.com/office/drawing/2014/main" val="3424376182"/>
                  </a:ext>
                </a:extLst>
              </a:tr>
              <a:tr h="1255814">
                <a:tc>
                  <a:txBody>
                    <a:bodyPr/>
                    <a:lstStyle/>
                    <a:p>
                      <a:r>
                        <a:rPr lang="zh-CN" altLang="en-US" sz="2400">
                          <a:latin typeface="Lucida Bright"/>
                        </a:rPr>
                        <a:t>"n.p." values</a:t>
                      </a:r>
                    </a:p>
                  </a:txBody>
                  <a:tcPr/>
                </a:tc>
                <a:tc>
                  <a:txBody>
                    <a:bodyPr/>
                    <a:lstStyle/>
                    <a:p>
                      <a:r>
                        <a:rPr lang="zh-CN" altLang="en-US" sz="2400" dirty="0">
                          <a:latin typeface="Lucida Bright"/>
                        </a:rPr>
                        <a:t>Counts under 5 are hidden </a:t>
                      </a:r>
                      <a:r>
                        <a:rPr lang="zh-CN" sz="2400" b="0" i="0" u="none" strike="noStrike" noProof="0">
                          <a:latin typeface="Lucida Bright"/>
                        </a:rPr>
                        <a:t>→</a:t>
                      </a:r>
                      <a:r>
                        <a:rPr lang="zh-CN" altLang="en-US" sz="2400" b="0" i="0" u="none" strike="noStrike" noProof="0" dirty="0">
                          <a:latin typeface="Lucida Bright"/>
                        </a:rPr>
                        <a:t> some breakdowns incomplete</a:t>
                      </a:r>
                      <a:endParaRPr lang="zh-CN" altLang="en-US" sz="2400" dirty="0">
                        <a:latin typeface="Lucida Bright"/>
                      </a:endParaRPr>
                    </a:p>
                  </a:txBody>
                  <a:tcPr/>
                </a:tc>
                <a:extLst>
                  <a:ext uri="{0D108BD9-81ED-4DB2-BD59-A6C34878D82A}">
                    <a16:rowId xmlns:a16="http://schemas.microsoft.com/office/drawing/2014/main" val="37139039"/>
                  </a:ext>
                </a:extLst>
              </a:tr>
              <a:tr h="1255814">
                <a:tc>
                  <a:txBody>
                    <a:bodyPr/>
                    <a:lstStyle/>
                    <a:p>
                      <a:r>
                        <a:rPr lang="zh-CN" altLang="en-US" sz="2400">
                          <a:latin typeface="Lucida Bright"/>
                        </a:rPr>
                        <a:t>Vic/NSW coding changes</a:t>
                      </a:r>
                    </a:p>
                  </a:txBody>
                  <a:tcPr/>
                </a:tc>
                <a:tc>
                  <a:txBody>
                    <a:bodyPr/>
                    <a:lstStyle/>
                    <a:p>
                      <a:r>
                        <a:rPr lang="zh-CN" altLang="en-US" sz="2400" dirty="0">
                          <a:latin typeface="Lucida Bright"/>
                        </a:rPr>
                        <a:t>2012 &amp; 2017 breaks in series </a:t>
                      </a:r>
                      <a:r>
                        <a:rPr lang="zh-CN" sz="2400" b="0" i="0" u="none" strike="noStrike" noProof="0" dirty="0">
                          <a:latin typeface="Lucida Bright"/>
                        </a:rPr>
                        <a:t>→</a:t>
                      </a:r>
                      <a:r>
                        <a:rPr lang="zh-CN" altLang="en-US" sz="2400" b="0" i="0" u="none" strike="noStrike" noProof="0" dirty="0">
                          <a:latin typeface="Lucida Bright"/>
                        </a:rPr>
                        <a:t> cautious on state trends</a:t>
                      </a:r>
                      <a:endParaRPr lang="zh-CN" altLang="en-US" sz="2400" dirty="0">
                        <a:latin typeface="Lucida Bright"/>
                      </a:endParaRPr>
                    </a:p>
                  </a:txBody>
                  <a:tcPr/>
                </a:tc>
                <a:extLst>
                  <a:ext uri="{0D108BD9-81ED-4DB2-BD59-A6C34878D82A}">
                    <a16:rowId xmlns:a16="http://schemas.microsoft.com/office/drawing/2014/main" val="3667403540"/>
                  </a:ext>
                </a:extLst>
              </a:tr>
              <a:tr h="1255814">
                <a:tc>
                  <a:txBody>
                    <a:bodyPr/>
                    <a:lstStyle/>
                    <a:p>
                      <a:r>
                        <a:rPr lang="zh-CN" altLang="en-US" sz="2400">
                          <a:latin typeface="Lucida Bright"/>
                        </a:rPr>
                        <a:t>Counts only</a:t>
                      </a:r>
                    </a:p>
                  </a:txBody>
                  <a:tcPr/>
                </a:tc>
                <a:tc>
                  <a:txBody>
                    <a:bodyPr/>
                    <a:lstStyle/>
                    <a:p>
                      <a:r>
                        <a:rPr lang="zh-CN" altLang="en-US" sz="2400">
                          <a:latin typeface="Lucida Bright"/>
                        </a:rPr>
                        <a:t>No population-adjusted rates </a:t>
                      </a:r>
                      <a:r>
                        <a:rPr lang="zh-CN" sz="2400" b="0" i="0" u="none" strike="noStrike" noProof="0">
                          <a:solidFill>
                            <a:srgbClr val="000000"/>
                          </a:solidFill>
                          <a:latin typeface="Lucida Bright"/>
                        </a:rPr>
                        <a:t>→</a:t>
                      </a:r>
                      <a:r>
                        <a:rPr lang="zh-CN" altLang="en-US" sz="2400" b="0" i="0" u="none" strike="noStrike" noProof="0" dirty="0">
                          <a:solidFill>
                            <a:srgbClr val="000000"/>
                          </a:solidFill>
                          <a:latin typeface="Lucida Bright"/>
                        </a:rPr>
                        <a:t> </a:t>
                      </a:r>
                      <a:r>
                        <a:rPr lang="zh-CN" altLang="en-US" sz="2400" b="0" i="0" u="none" strike="noStrike" noProof="0">
                          <a:solidFill>
                            <a:srgbClr val="000000"/>
                          </a:solidFill>
                          <a:latin typeface="Lucida Bright"/>
                        </a:rPr>
                        <a:t>can't compare group sizes fairly</a:t>
                      </a:r>
                      <a:endParaRPr lang="zh-CN"/>
                    </a:p>
                  </a:txBody>
                  <a:tcPr/>
                </a:tc>
                <a:extLst>
                  <a:ext uri="{0D108BD9-81ED-4DB2-BD59-A6C34878D82A}">
                    <a16:rowId xmlns:a16="http://schemas.microsoft.com/office/drawing/2014/main" val="1358882434"/>
                  </a:ext>
                </a:extLst>
              </a:tr>
            </a:tbl>
          </a:graphicData>
        </a:graphic>
      </p:graphicFrame>
    </p:spTree>
    <p:extLst>
      <p:ext uri="{BB962C8B-B14F-4D97-AF65-F5344CB8AC3E}">
        <p14:creationId xmlns:p14="http://schemas.microsoft.com/office/powerpoint/2010/main" val="3580746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CAC2CF-26F8-D347-8DC3-0CD1FC171FC2}"/>
              </a:ext>
            </a:extLst>
          </p:cNvPr>
          <p:cNvSpPr>
            <a:spLocks noGrp="1"/>
          </p:cNvSpPr>
          <p:nvPr>
            <p:ph type="title"/>
          </p:nvPr>
        </p:nvSpPr>
        <p:spPr>
          <a:xfrm>
            <a:off x="871108" y="310055"/>
            <a:ext cx="10449784" cy="1265928"/>
          </a:xfrm>
        </p:spPr>
        <p:txBody>
          <a:bodyPr/>
          <a:lstStyle/>
          <a:p>
            <a:pPr algn="ctr"/>
            <a:r>
              <a:rPr lang="zh-CN" altLang="en-US" b="1">
                <a:latin typeface="Lucida Bright"/>
              </a:rPr>
              <a:t>Ethical Considerations</a:t>
            </a:r>
            <a:endParaRPr lang="zh-CN"/>
          </a:p>
        </p:txBody>
      </p:sp>
      <p:sp>
        <p:nvSpPr>
          <p:cNvPr id="3" name="内容占位符 2">
            <a:extLst>
              <a:ext uri="{FF2B5EF4-FFF2-40B4-BE49-F238E27FC236}">
                <a16:creationId xmlns:a16="http://schemas.microsoft.com/office/drawing/2014/main" id="{C39E53D9-DAEF-BB78-F51A-8FB8B82AF1AF}"/>
              </a:ext>
            </a:extLst>
          </p:cNvPr>
          <p:cNvSpPr>
            <a:spLocks noGrp="1"/>
          </p:cNvSpPr>
          <p:nvPr>
            <p:ph idx="1"/>
          </p:nvPr>
        </p:nvSpPr>
        <p:spPr>
          <a:xfrm>
            <a:off x="877824" y="2448270"/>
            <a:ext cx="10442448" cy="3903819"/>
          </a:xfrm>
        </p:spPr>
        <p:txBody>
          <a:bodyPr vert="horz" lIns="91440" tIns="45720" rIns="91440" bIns="45720" rtlCol="0" anchor="t">
            <a:normAutofit/>
          </a:bodyPr>
          <a:lstStyle/>
          <a:p>
            <a:r>
              <a:rPr lang="zh-CN" altLang="en-US" sz="2800" b="1">
                <a:latin typeface="Lucida Bright"/>
              </a:rPr>
              <a:t>We follow ethical guidelines for reporting Indigenous health data</a:t>
            </a:r>
          </a:p>
          <a:p>
            <a:r>
              <a:rPr lang="zh-CN" altLang="en-US" sz="2800" b="1">
                <a:latin typeface="Lucida Bright"/>
              </a:rPr>
              <a:t>Focus on systemic patterns, not individual behaviour</a:t>
            </a:r>
          </a:p>
          <a:p>
            <a:r>
              <a:rPr lang="zh-CN" altLang="en-US" sz="2800" b="1">
                <a:latin typeface="Lucida Bright"/>
              </a:rPr>
              <a:t>No personal or identifiable information in the dataset</a:t>
            </a:r>
            <a:endParaRPr lang="zh-CN" altLang="en-US" sz="2800" b="1" dirty="0">
              <a:latin typeface="Lucida Bright"/>
            </a:endParaRPr>
          </a:p>
        </p:txBody>
      </p:sp>
    </p:spTree>
    <p:extLst>
      <p:ext uri="{BB962C8B-B14F-4D97-AF65-F5344CB8AC3E}">
        <p14:creationId xmlns:p14="http://schemas.microsoft.com/office/powerpoint/2010/main" val="1695879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B74CC2-B80D-7427-2C23-220E7F488AE0}"/>
              </a:ext>
            </a:extLst>
          </p:cNvPr>
          <p:cNvSpPr>
            <a:spLocks noGrp="1"/>
          </p:cNvSpPr>
          <p:nvPr>
            <p:ph type="title"/>
          </p:nvPr>
        </p:nvSpPr>
        <p:spPr>
          <a:xfrm>
            <a:off x="1259297" y="545113"/>
            <a:ext cx="9673407" cy="719589"/>
          </a:xfrm>
        </p:spPr>
        <p:txBody>
          <a:bodyPr/>
          <a:lstStyle/>
          <a:p>
            <a:pPr algn="ctr"/>
            <a:r>
              <a:rPr lang="zh-CN" altLang="en-US" b="1">
                <a:latin typeface="Lucida Bright"/>
              </a:rPr>
              <a:t>Data Processing – KNIME Workflow</a:t>
            </a:r>
          </a:p>
        </p:txBody>
      </p:sp>
      <p:sp>
        <p:nvSpPr>
          <p:cNvPr id="4" name="日期占位符 3">
            <a:extLst>
              <a:ext uri="{FF2B5EF4-FFF2-40B4-BE49-F238E27FC236}">
                <a16:creationId xmlns:a16="http://schemas.microsoft.com/office/drawing/2014/main" id="{028305F6-9DE6-AC0E-68A6-F2AE16A7BF94}"/>
              </a:ext>
            </a:extLst>
          </p:cNvPr>
          <p:cNvSpPr>
            <a:spLocks noGrp="1"/>
          </p:cNvSpPr>
          <p:nvPr>
            <p:ph type="dt" sz="half" idx="10"/>
          </p:nvPr>
        </p:nvSpPr>
        <p:spPr/>
        <p:txBody>
          <a:bodyPr/>
          <a:lstStyle/>
          <a:p>
            <a:fld id="{F91388C9-D192-4DCF-94B2-D7750F99240D}" type="datetime1">
              <a:t>2026/5/8</a:t>
            </a:fld>
            <a:endParaRPr lang="en-US"/>
          </a:p>
        </p:txBody>
      </p:sp>
      <p:sp>
        <p:nvSpPr>
          <p:cNvPr id="5" name="页脚占位符 4">
            <a:extLst>
              <a:ext uri="{FF2B5EF4-FFF2-40B4-BE49-F238E27FC236}">
                <a16:creationId xmlns:a16="http://schemas.microsoft.com/office/drawing/2014/main" id="{91C8DBDB-63EF-F1F3-76C9-DBFC17ECD60C}"/>
              </a:ext>
            </a:extLst>
          </p:cNvPr>
          <p:cNvSpPr>
            <a:spLocks noGrp="1"/>
          </p:cNvSpPr>
          <p:nvPr>
            <p:ph type="ftr" sz="quarter" idx="11"/>
          </p:nvPr>
        </p:nvSpPr>
        <p:spPr/>
        <p:txBody>
          <a:bodyPr/>
          <a:lstStyle/>
          <a:p>
            <a:r>
              <a:rPr lang="en-US"/>
              <a:t>
              </a:t>
            </a:r>
          </a:p>
        </p:txBody>
      </p:sp>
      <p:sp>
        <p:nvSpPr>
          <p:cNvPr id="6" name="灯片编号占位符 5">
            <a:extLst>
              <a:ext uri="{FF2B5EF4-FFF2-40B4-BE49-F238E27FC236}">
                <a16:creationId xmlns:a16="http://schemas.microsoft.com/office/drawing/2014/main" id="{DD27866F-6D23-2D53-7E0C-6CD3288420EF}"/>
              </a:ext>
            </a:extLst>
          </p:cNvPr>
          <p:cNvSpPr>
            <a:spLocks noGrp="1"/>
          </p:cNvSpPr>
          <p:nvPr>
            <p:ph type="sldNum" sz="quarter" idx="12"/>
          </p:nvPr>
        </p:nvSpPr>
        <p:spPr/>
        <p:txBody>
          <a:bodyPr/>
          <a:lstStyle/>
          <a:p>
            <a:fld id="{5E4DE196-8A13-4FF7-A07E-102851959EAB}" type="slidenum">
              <a:rPr lang="en-US" dirty="0"/>
              <a:t>7</a:t>
            </a:fld>
            <a:endParaRPr lang="en-US"/>
          </a:p>
        </p:txBody>
      </p:sp>
      <p:pic>
        <p:nvPicPr>
          <p:cNvPr id="7" name="图片 6" descr="图表, 图示&#10;&#10;AI 生成的内容可能不正确。">
            <a:extLst>
              <a:ext uri="{FF2B5EF4-FFF2-40B4-BE49-F238E27FC236}">
                <a16:creationId xmlns:a16="http://schemas.microsoft.com/office/drawing/2014/main" id="{C53D7BFE-1B61-BAE6-C3D1-BFE4D9013303}"/>
              </a:ext>
            </a:extLst>
          </p:cNvPr>
          <p:cNvPicPr>
            <a:picLocks noChangeAspect="1"/>
          </p:cNvPicPr>
          <p:nvPr/>
        </p:nvPicPr>
        <p:blipFill>
          <a:blip r:embed="rId2"/>
          <a:stretch>
            <a:fillRect/>
          </a:stretch>
        </p:blipFill>
        <p:spPr>
          <a:xfrm>
            <a:off x="900113" y="1710645"/>
            <a:ext cx="10391775" cy="4162425"/>
          </a:xfrm>
          <a:prstGeom prst="rect">
            <a:avLst/>
          </a:prstGeom>
        </p:spPr>
      </p:pic>
    </p:spTree>
    <p:extLst>
      <p:ext uri="{BB962C8B-B14F-4D97-AF65-F5344CB8AC3E}">
        <p14:creationId xmlns:p14="http://schemas.microsoft.com/office/powerpoint/2010/main" val="2995347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6EFAC0-B620-0935-2226-05FE8A749148}"/>
              </a:ext>
            </a:extLst>
          </p:cNvPr>
          <p:cNvSpPr>
            <a:spLocks noGrp="1"/>
          </p:cNvSpPr>
          <p:nvPr>
            <p:ph type="title"/>
          </p:nvPr>
        </p:nvSpPr>
        <p:spPr>
          <a:xfrm>
            <a:off x="2032250" y="672911"/>
            <a:ext cx="8139594" cy="1048214"/>
          </a:xfrm>
        </p:spPr>
        <p:txBody>
          <a:bodyPr>
            <a:normAutofit fontScale="90000"/>
          </a:bodyPr>
          <a:lstStyle/>
          <a:p>
            <a:pPr algn="ctr"/>
            <a:r>
              <a:rPr lang="zh-CN" altLang="en-US" b="1" dirty="0">
                <a:latin typeface="Lucida Bright"/>
              </a:rPr>
              <a:t>Preliminary EDA – National Trend (All Australians)</a:t>
            </a:r>
          </a:p>
        </p:txBody>
      </p:sp>
      <p:pic>
        <p:nvPicPr>
          <p:cNvPr id="7" name="内容占位符 6" descr="图表, 条形图&#10;&#10;AI 生成的内容可能不正确。">
            <a:extLst>
              <a:ext uri="{FF2B5EF4-FFF2-40B4-BE49-F238E27FC236}">
                <a16:creationId xmlns:a16="http://schemas.microsoft.com/office/drawing/2014/main" id="{BB3191E9-F7D9-5661-F5C6-CBBA3E5D1C36}"/>
              </a:ext>
            </a:extLst>
          </p:cNvPr>
          <p:cNvPicPr>
            <a:picLocks noGrp="1" noChangeAspect="1"/>
          </p:cNvPicPr>
          <p:nvPr>
            <p:ph idx="1"/>
          </p:nvPr>
        </p:nvPicPr>
        <p:blipFill>
          <a:blip r:embed="rId2"/>
          <a:stretch>
            <a:fillRect/>
          </a:stretch>
        </p:blipFill>
        <p:spPr>
          <a:xfrm>
            <a:off x="381920" y="2023840"/>
            <a:ext cx="5918828" cy="4498678"/>
          </a:xfrm>
          <a:prstGeom prst="rect">
            <a:avLst/>
          </a:prstGeom>
        </p:spPr>
      </p:pic>
      <p:sp>
        <p:nvSpPr>
          <p:cNvPr id="4" name="日期占位符 3">
            <a:extLst>
              <a:ext uri="{FF2B5EF4-FFF2-40B4-BE49-F238E27FC236}">
                <a16:creationId xmlns:a16="http://schemas.microsoft.com/office/drawing/2014/main" id="{6F0E59EA-BCF9-7E1F-FFAD-65FBA34942C0}"/>
              </a:ext>
            </a:extLst>
          </p:cNvPr>
          <p:cNvSpPr>
            <a:spLocks noGrp="1"/>
          </p:cNvSpPr>
          <p:nvPr>
            <p:ph type="dt" sz="half" idx="10"/>
          </p:nvPr>
        </p:nvSpPr>
        <p:spPr/>
        <p:txBody>
          <a:bodyPr/>
          <a:lstStyle/>
          <a:p>
            <a:fld id="{E7131CBD-74FE-48E7-B443-FA70149FEBDF}" type="datetime1">
              <a:t>2026/5/8</a:t>
            </a:fld>
            <a:endParaRPr lang="en-US"/>
          </a:p>
        </p:txBody>
      </p:sp>
      <p:sp>
        <p:nvSpPr>
          <p:cNvPr id="5" name="页脚占位符 4">
            <a:extLst>
              <a:ext uri="{FF2B5EF4-FFF2-40B4-BE49-F238E27FC236}">
                <a16:creationId xmlns:a16="http://schemas.microsoft.com/office/drawing/2014/main" id="{33EF456C-DAD1-9B16-3F85-C3024407F10B}"/>
              </a:ext>
            </a:extLst>
          </p:cNvPr>
          <p:cNvSpPr>
            <a:spLocks noGrp="1"/>
          </p:cNvSpPr>
          <p:nvPr>
            <p:ph type="ftr" sz="quarter" idx="11"/>
          </p:nvPr>
        </p:nvSpPr>
        <p:spPr/>
        <p:txBody>
          <a:bodyPr/>
          <a:lstStyle/>
          <a:p>
            <a:r>
              <a:rPr lang="en-US"/>
              <a:t>
              </a:t>
            </a:r>
          </a:p>
        </p:txBody>
      </p:sp>
      <p:sp>
        <p:nvSpPr>
          <p:cNvPr id="6" name="灯片编号占位符 5">
            <a:extLst>
              <a:ext uri="{FF2B5EF4-FFF2-40B4-BE49-F238E27FC236}">
                <a16:creationId xmlns:a16="http://schemas.microsoft.com/office/drawing/2014/main" id="{0DAFA1FA-67DD-6233-AEF6-B0957F2E4AE8}"/>
              </a:ext>
            </a:extLst>
          </p:cNvPr>
          <p:cNvSpPr>
            <a:spLocks noGrp="1"/>
          </p:cNvSpPr>
          <p:nvPr>
            <p:ph type="sldNum" sz="quarter" idx="12"/>
          </p:nvPr>
        </p:nvSpPr>
        <p:spPr/>
        <p:txBody>
          <a:bodyPr/>
          <a:lstStyle/>
          <a:p>
            <a:fld id="{5E4DE196-8A13-4FF7-A07E-102851959EAB}" type="slidenum">
              <a:rPr lang="en-US" dirty="0"/>
              <a:t>8</a:t>
            </a:fld>
            <a:endParaRPr lang="en-US"/>
          </a:p>
        </p:txBody>
      </p:sp>
      <p:sp>
        <p:nvSpPr>
          <p:cNvPr id="8" name="文本框 7">
            <a:extLst>
              <a:ext uri="{FF2B5EF4-FFF2-40B4-BE49-F238E27FC236}">
                <a16:creationId xmlns:a16="http://schemas.microsoft.com/office/drawing/2014/main" id="{8CC616F7-7E4C-E346-96A6-A8FB78A6EA09}"/>
              </a:ext>
            </a:extLst>
          </p:cNvPr>
          <p:cNvSpPr txBox="1"/>
          <p:nvPr/>
        </p:nvSpPr>
        <p:spPr>
          <a:xfrm>
            <a:off x="6727244" y="2996788"/>
            <a:ext cx="4813991"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zh-CN" altLang="en-US" sz="2400" dirty="0">
                <a:latin typeface="Lucida Bright"/>
              </a:rPr>
              <a:t>A key figure: Total range ~ 33,553 (2011) </a:t>
            </a:r>
            <a:r>
              <a:rPr lang="zh-CN" sz="2400" dirty="0">
                <a:ea typeface="+mn-lt"/>
                <a:cs typeface="+mn-lt"/>
              </a:rPr>
              <a:t> </a:t>
            </a:r>
            <a:r>
              <a:rPr lang="zh-CN" sz="2400" dirty="0">
                <a:latin typeface="Lucida Bright"/>
                <a:ea typeface="+mn-lt"/>
                <a:cs typeface="+mn-lt"/>
              </a:rPr>
              <a:t>→</a:t>
            </a:r>
            <a:r>
              <a:rPr lang="zh-CN" altLang="en-US" sz="2400" dirty="0">
                <a:latin typeface="Lucida Bright"/>
                <a:ea typeface="+mn-lt"/>
                <a:cs typeface="+mn-lt"/>
              </a:rPr>
              <a:t> 39,035 (2021)</a:t>
            </a:r>
          </a:p>
          <a:p>
            <a:pPr marL="285750" indent="-285750">
              <a:buFont typeface="Arial"/>
              <a:buChar char="•"/>
            </a:pPr>
            <a:r>
              <a:rPr lang="zh-CN" altLang="en-US" sz="2400">
                <a:latin typeface="Lucida Bright"/>
                <a:ea typeface="+mn-lt"/>
                <a:cs typeface="+mn-lt"/>
              </a:rPr>
              <a:t>A line of Observation: Slight dip in 2020, possible COVID lockdown effect</a:t>
            </a:r>
            <a:endParaRPr lang="zh-CN" altLang="en-US" sz="2400" dirty="0">
              <a:latin typeface="Lucida Bright"/>
              <a:ea typeface="+mn-lt"/>
              <a:cs typeface="+mn-lt"/>
            </a:endParaRPr>
          </a:p>
        </p:txBody>
      </p:sp>
    </p:spTree>
    <p:extLst>
      <p:ext uri="{BB962C8B-B14F-4D97-AF65-F5344CB8AC3E}">
        <p14:creationId xmlns:p14="http://schemas.microsoft.com/office/powerpoint/2010/main" val="1748362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D75603-6AAC-B6F4-6C48-B930FC947CE2}"/>
              </a:ext>
            </a:extLst>
          </p:cNvPr>
          <p:cNvSpPr>
            <a:spLocks noGrp="1"/>
          </p:cNvSpPr>
          <p:nvPr>
            <p:ph type="title"/>
          </p:nvPr>
        </p:nvSpPr>
        <p:spPr>
          <a:xfrm>
            <a:off x="871108" y="122236"/>
            <a:ext cx="10449784" cy="1265928"/>
          </a:xfrm>
        </p:spPr>
        <p:txBody>
          <a:bodyPr/>
          <a:lstStyle/>
          <a:p>
            <a:pPr algn="ctr"/>
            <a:r>
              <a:rPr lang="zh-CN" altLang="en-US" b="1">
                <a:latin typeface="Lucida Bright"/>
              </a:rPr>
              <a:t>Next Steps</a:t>
            </a:r>
            <a:endParaRPr lang="zh-CN"/>
          </a:p>
        </p:txBody>
      </p:sp>
      <p:sp>
        <p:nvSpPr>
          <p:cNvPr id="3" name="内容占位符 2">
            <a:extLst>
              <a:ext uri="{FF2B5EF4-FFF2-40B4-BE49-F238E27FC236}">
                <a16:creationId xmlns:a16="http://schemas.microsoft.com/office/drawing/2014/main" id="{2C8E4D72-9DA0-EDE5-2774-5CB178D2BA7F}"/>
              </a:ext>
            </a:extLst>
          </p:cNvPr>
          <p:cNvSpPr>
            <a:spLocks noGrp="1"/>
          </p:cNvSpPr>
          <p:nvPr>
            <p:ph idx="1"/>
          </p:nvPr>
        </p:nvSpPr>
        <p:spPr>
          <a:xfrm>
            <a:off x="514968" y="2157985"/>
            <a:ext cx="11180256" cy="3069248"/>
          </a:xfrm>
        </p:spPr>
        <p:txBody>
          <a:bodyPr vert="horz" lIns="91440" tIns="45720" rIns="91440" bIns="45720" rtlCol="0" anchor="t">
            <a:normAutofit/>
          </a:bodyPr>
          <a:lstStyle/>
          <a:p>
            <a:r>
              <a:rPr lang="zh-CN" altLang="en-US" sz="2400">
                <a:latin typeface="Lucida Bright"/>
              </a:rPr>
              <a:t>Apply the same KNIME workflow to the "</a:t>
            </a:r>
            <a:r>
              <a:rPr lang="zh-CN" sz="2400">
                <a:latin typeface="Lucida Bright"/>
                <a:ea typeface="+mn-lt"/>
                <a:cs typeface="+mn-lt"/>
              </a:rPr>
              <a:t>First-Nations-hospitalised-injuries-2023.xlsx"</a:t>
            </a:r>
            <a:r>
              <a:rPr lang="zh-CN" altLang="en-US" sz="2400">
                <a:latin typeface="Lucida Bright"/>
                <a:ea typeface="+mn-lt"/>
                <a:cs typeface="+mn-lt"/>
              </a:rPr>
              <a:t> dataset (Tables 1-4: annual, road user, age group, remoteness)</a:t>
            </a:r>
            <a:endParaRPr lang="zh-CN"/>
          </a:p>
          <a:p>
            <a:r>
              <a:rPr lang="zh-CN" altLang="en-US" sz="2400">
                <a:latin typeface="Lucida Bright"/>
                <a:ea typeface="+mn-lt"/>
                <a:cs typeface="+mn-lt"/>
              </a:rPr>
              <a:t>Extract the comparison numbers needed for D3.js (First Nations vs Non-Indigenous by each dimension)</a:t>
            </a:r>
            <a:endParaRPr lang="zh-CN" altLang="en-US" sz="2400" dirty="0">
              <a:latin typeface="Lucida Bright"/>
              <a:ea typeface="+mn-lt"/>
              <a:cs typeface="+mn-lt"/>
            </a:endParaRPr>
          </a:p>
          <a:p>
            <a:r>
              <a:rPr lang="zh-CN" altLang="en-US" sz="2400">
                <a:latin typeface="Lucida Bright"/>
                <a:ea typeface="+mn-lt"/>
                <a:cs typeface="+mn-lt"/>
              </a:rPr>
              <a:t>Export cleaned data as CSV for D3 development</a:t>
            </a:r>
            <a:endParaRPr lang="zh-CN" altLang="en-US" sz="2400" dirty="0">
              <a:latin typeface="Lucida Bright"/>
              <a:ea typeface="+mn-lt"/>
              <a:cs typeface="+mn-lt"/>
            </a:endParaRPr>
          </a:p>
          <a:p>
            <a:pPr marL="285750" indent="-285750"/>
            <a:endParaRPr lang="zh-CN" altLang="en-US" sz="2400" dirty="0">
              <a:latin typeface="Lucida Bright"/>
            </a:endParaRPr>
          </a:p>
        </p:txBody>
      </p:sp>
      <p:sp>
        <p:nvSpPr>
          <p:cNvPr id="4" name="日期占位符 3">
            <a:extLst>
              <a:ext uri="{FF2B5EF4-FFF2-40B4-BE49-F238E27FC236}">
                <a16:creationId xmlns:a16="http://schemas.microsoft.com/office/drawing/2014/main" id="{B1DE861C-3CC4-3670-A7D7-B2ED1EBC4296}"/>
              </a:ext>
            </a:extLst>
          </p:cNvPr>
          <p:cNvSpPr>
            <a:spLocks noGrp="1"/>
          </p:cNvSpPr>
          <p:nvPr>
            <p:ph type="dt" sz="half" idx="10"/>
          </p:nvPr>
        </p:nvSpPr>
        <p:spPr/>
        <p:txBody>
          <a:bodyPr/>
          <a:lstStyle/>
          <a:p>
            <a:fld id="{E3685870-E2A7-4907-B2D0-67CB91C46252}" type="datetime1">
              <a:t>2026/5/8</a:t>
            </a:fld>
            <a:endParaRPr lang="en-US"/>
          </a:p>
        </p:txBody>
      </p:sp>
      <p:sp>
        <p:nvSpPr>
          <p:cNvPr id="5" name="页脚占位符 4">
            <a:extLst>
              <a:ext uri="{FF2B5EF4-FFF2-40B4-BE49-F238E27FC236}">
                <a16:creationId xmlns:a16="http://schemas.microsoft.com/office/drawing/2014/main" id="{6A230A46-1E6E-68D8-C332-3CE70F427AB8}"/>
              </a:ext>
            </a:extLst>
          </p:cNvPr>
          <p:cNvSpPr>
            <a:spLocks noGrp="1"/>
          </p:cNvSpPr>
          <p:nvPr>
            <p:ph type="ftr" sz="quarter" idx="11"/>
          </p:nvPr>
        </p:nvSpPr>
        <p:spPr/>
        <p:txBody>
          <a:bodyPr/>
          <a:lstStyle/>
          <a:p>
            <a:r>
              <a:rPr lang="en-US"/>
              <a:t>
              </a:t>
            </a:r>
          </a:p>
        </p:txBody>
      </p:sp>
      <p:sp>
        <p:nvSpPr>
          <p:cNvPr id="6" name="灯片编号占位符 5">
            <a:extLst>
              <a:ext uri="{FF2B5EF4-FFF2-40B4-BE49-F238E27FC236}">
                <a16:creationId xmlns:a16="http://schemas.microsoft.com/office/drawing/2014/main" id="{831F913A-C134-6A9F-FC05-91596B22BF5D}"/>
              </a:ext>
            </a:extLst>
          </p:cNvPr>
          <p:cNvSpPr>
            <a:spLocks noGrp="1"/>
          </p:cNvSpPr>
          <p:nvPr>
            <p:ph type="sldNum" sz="quarter" idx="12"/>
          </p:nvPr>
        </p:nvSpPr>
        <p:spPr/>
        <p:txBody>
          <a:bodyPr/>
          <a:lstStyle/>
          <a:p>
            <a:fld id="{5E4DE196-8A13-4FF7-A07E-102851959EAB}" type="slidenum">
              <a:rPr lang="en-US" dirty="0"/>
              <a:t>9</a:t>
            </a:fld>
            <a:endParaRPr lang="en-US"/>
          </a:p>
        </p:txBody>
      </p:sp>
    </p:spTree>
    <p:extLst>
      <p:ext uri="{BB962C8B-B14F-4D97-AF65-F5344CB8AC3E}">
        <p14:creationId xmlns:p14="http://schemas.microsoft.com/office/powerpoint/2010/main" val="1343419693"/>
      </p:ext>
    </p:extLst>
  </p:cSld>
  <p:clrMapOvr>
    <a:masterClrMapping/>
  </p:clrMapOvr>
</p:sld>
</file>

<file path=ppt/theme/theme1.xml><?xml version="1.0" encoding="utf-8"?>
<a:theme xmlns:a="http://schemas.openxmlformats.org/drawingml/2006/main" name="BohoVogueVTI">
  <a:themeElements>
    <a:clrScheme name="BohoVogueVTI">
      <a:dk1>
        <a:sysClr val="windowText" lastClr="000000"/>
      </a:dk1>
      <a:lt1>
        <a:sysClr val="window" lastClr="FFFFFF"/>
      </a:lt1>
      <a:dk2>
        <a:srgbClr val="35403A"/>
      </a:dk2>
      <a:lt2>
        <a:srgbClr val="F1EFEB"/>
      </a:lt2>
      <a:accent1>
        <a:srgbClr val="9E8B50"/>
      </a:accent1>
      <a:accent2>
        <a:srgbClr val="D5966B"/>
      </a:accent2>
      <a:accent3>
        <a:srgbClr val="9BA6BB"/>
      </a:accent3>
      <a:accent4>
        <a:srgbClr val="869880"/>
      </a:accent4>
      <a:accent5>
        <a:srgbClr val="588267"/>
      </a:accent5>
      <a:accent6>
        <a:srgbClr val="B89C46"/>
      </a:accent6>
      <a:hlink>
        <a:srgbClr val="C77138"/>
      </a:hlink>
      <a:folHlink>
        <a:srgbClr val="589374"/>
      </a:folHlink>
    </a:clrScheme>
    <a:fontScheme name="BohoVogueVTI">
      <a:majorFont>
        <a:latin typeface="Walbaum Display"/>
        <a:ea typeface=""/>
        <a:cs typeface=""/>
      </a:majorFont>
      <a:minorFont>
        <a:latin typeface="Aptos Light"/>
        <a:ea typeface=""/>
        <a:cs typeface=""/>
      </a:minorFont>
    </a:fontScheme>
    <a:fmtScheme name="BohoVogu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ohoVogueVTI" id="{587E0025-A466-4551-A341-1A9F570FDF06}" vid="{F615CBBD-D1BB-4663-887F-92A47C7C6ABA}"/>
    </a:ext>
  </a:extLst>
</a:theme>
</file>

<file path=docMetadata/LabelInfo.xml><?xml version="1.0" encoding="utf-8"?>
<clbl:labelList xmlns:clbl="http://schemas.microsoft.com/office/2020/mipLabelMetadata">
  <clbl:label id="{df7f7579-3e9c-4a7e-b844-420280f53859}" enabled="0" method="" siteId="{df7f7579-3e9c-4a7e-b844-420280f53859}"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宽屏</PresentationFormat>
  <Slides>11</Slides>
  <Notes>0</Notes>
  <HiddenSlides>0</HiddenSlides>
  <ScaleCrop>false</ScaleCrop>
  <HeadingPairs>
    <vt:vector size="4" baseType="variant">
      <vt:variant>
        <vt:lpstr>主题</vt:lpstr>
      </vt:variant>
      <vt:variant>
        <vt:i4>1</vt:i4>
      </vt:variant>
      <vt:variant>
        <vt:lpstr>幻灯片标题</vt:lpstr>
      </vt:variant>
      <vt:variant>
        <vt:i4>11</vt:i4>
      </vt:variant>
    </vt:vector>
  </HeadingPairs>
  <TitlesOfParts>
    <vt:vector size="12" baseType="lpstr">
      <vt:lpstr>BohoVogueVTI</vt:lpstr>
      <vt:lpstr>COS30045 Project Stand Up 1</vt:lpstr>
      <vt:lpstr>Project Overview</vt:lpstr>
      <vt:lpstr>Project Setup &amp; Data Identification</vt:lpstr>
      <vt:lpstr>Data Source </vt:lpstr>
      <vt:lpstr>Data Quality Issues</vt:lpstr>
      <vt:lpstr>Ethical Considerations</vt:lpstr>
      <vt:lpstr>Data Processing – KNIME Workflow</vt:lpstr>
      <vt:lpstr>Preliminary EDA – National Trend (All Australians)</vt:lpstr>
      <vt:lpstr>Next Steps</vt:lpstr>
      <vt:lpstr>Work In Progress</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AKHILA SRIPRIYADARSHINI GOLLAMUDI</dc:creator>
  <cp:revision>394</cp:revision>
  <dcterms:created xsi:type="dcterms:W3CDTF">2026-04-28T07:09:30Z</dcterms:created>
  <dcterms:modified xsi:type="dcterms:W3CDTF">2026-05-09T00:49:04Z</dcterms:modified>
</cp:coreProperties>
</file>